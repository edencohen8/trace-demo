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9" r:id="rId4"/>
    <p:sldId id="267" r:id="rId5"/>
    <p:sldId id="268" r:id="rId6"/>
    <p:sldId id="258" r:id="rId7"/>
    <p:sldId id="271" r:id="rId8"/>
    <p:sldId id="272" r:id="rId9"/>
    <p:sldId id="273" r:id="rId10"/>
    <p:sldId id="259" r:id="rId11"/>
    <p:sldId id="274" r:id="rId12"/>
    <p:sldId id="275" r:id="rId13"/>
    <p:sldId id="260" r:id="rId14"/>
    <p:sldId id="263" r:id="rId15"/>
    <p:sldId id="276" r:id="rId16"/>
    <p:sldId id="265" r:id="rId17"/>
    <p:sldId id="266" r:id="rId18"/>
  </p:sldIdLst>
  <p:sldSz cx="12192000" cy="6858000"/>
  <p:notesSz cx="6858000" cy="12192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D5D2"/>
    <a:srgbClr val="284258"/>
    <a:srgbClr val="F27278"/>
    <a:srgbClr val="9CE9D8"/>
    <a:srgbClr val="B39BFF"/>
    <a:srgbClr val="1B5256"/>
    <a:srgbClr val="12243A"/>
    <a:srgbClr val="6F86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 varScale="1">
        <p:scale>
          <a:sx n="60" d="100"/>
          <a:sy n="60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EA46A9B-6B3E-4EDA-A8B5-DBA4C2F4914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he-IL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23F081-F8D9-4EA0-88E7-746A034D12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2FD89F-27BC-4499-B0A2-E678A42660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738D-A9ED-9672-5941-A21D925B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>
            <a:extLst>
              <a:ext uri="{FF2B5EF4-FFF2-40B4-BE49-F238E27FC236}">
                <a16:creationId xmlns:a16="http://schemas.microsoft.com/office/drawing/2014/main" id="{3438E857-E1CC-E982-CA9C-C063C87AB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>
            <a:extLst>
              <a:ext uri="{FF2B5EF4-FFF2-40B4-BE49-F238E27FC236}">
                <a16:creationId xmlns:a16="http://schemas.microsoft.com/office/drawing/2014/main" id="{DCC8391F-4F8B-6EEA-836A-13C86629B4A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3">
            <a:extLst>
              <a:ext uri="{FF2B5EF4-FFF2-40B4-BE49-F238E27FC236}">
                <a16:creationId xmlns:a16="http://schemas.microsoft.com/office/drawing/2014/main" id="{87F8EFEC-CCC1-07CF-634C-F7213797A926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2FD89F-27BC-4499-B0A2-E678A42660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9603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36E0E-2186-3704-3DC5-55FD43C5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>
            <a:extLst>
              <a:ext uri="{FF2B5EF4-FFF2-40B4-BE49-F238E27FC236}">
                <a16:creationId xmlns:a16="http://schemas.microsoft.com/office/drawing/2014/main" id="{D80E4912-EB34-B93E-D245-F5A659570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>
            <a:extLst>
              <a:ext uri="{FF2B5EF4-FFF2-40B4-BE49-F238E27FC236}">
                <a16:creationId xmlns:a16="http://schemas.microsoft.com/office/drawing/2014/main" id="{9AE11FCA-D00E-9D74-C5C7-2FC2D6A8DAA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3">
            <a:extLst>
              <a:ext uri="{FF2B5EF4-FFF2-40B4-BE49-F238E27FC236}">
                <a16:creationId xmlns:a16="http://schemas.microsoft.com/office/drawing/2014/main" id="{4EB1F122-FD04-78DA-E653-1B914804487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2FD89F-27BC-4499-B0A2-E678A42660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0608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64FA5-D99A-8DD9-8E71-4AA45808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>
            <a:extLst>
              <a:ext uri="{FF2B5EF4-FFF2-40B4-BE49-F238E27FC236}">
                <a16:creationId xmlns:a16="http://schemas.microsoft.com/office/drawing/2014/main" id="{98297BE7-4218-05C2-1CA5-53A84336E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>
            <a:extLst>
              <a:ext uri="{FF2B5EF4-FFF2-40B4-BE49-F238E27FC236}">
                <a16:creationId xmlns:a16="http://schemas.microsoft.com/office/drawing/2014/main" id="{AEB0824B-C111-28F5-44D1-793D2DDCAFE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3">
            <a:extLst>
              <a:ext uri="{FF2B5EF4-FFF2-40B4-BE49-F238E27FC236}">
                <a16:creationId xmlns:a16="http://schemas.microsoft.com/office/drawing/2014/main" id="{C73AE5F5-33E3-1805-E390-57C2902E637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2FD89F-27BC-4499-B0A2-E678A42660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511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791DA4-3FCC-4CA6-9A61-34BCC126C4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5884A-2E29-17B0-B5E0-0CA5EB273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>
            <a:extLst>
              <a:ext uri="{FF2B5EF4-FFF2-40B4-BE49-F238E27FC236}">
                <a16:creationId xmlns:a16="http://schemas.microsoft.com/office/drawing/2014/main" id="{D896E7EA-7C65-41EF-F254-004695E30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>
            <a:extLst>
              <a:ext uri="{FF2B5EF4-FFF2-40B4-BE49-F238E27FC236}">
                <a16:creationId xmlns:a16="http://schemas.microsoft.com/office/drawing/2014/main" id="{D02871C0-20BA-6F06-1ADE-45A25F0F234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>
            <a:extLst>
              <a:ext uri="{FF2B5EF4-FFF2-40B4-BE49-F238E27FC236}">
                <a16:creationId xmlns:a16="http://schemas.microsoft.com/office/drawing/2014/main" id="{82B9A3FB-1460-C2C6-0A2F-2E0A7CFF267D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791DA4-3FCC-4CA6-9A61-34BCC126C4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987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24ADD-7AD4-7390-B006-DF5B30116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>
            <a:extLst>
              <a:ext uri="{FF2B5EF4-FFF2-40B4-BE49-F238E27FC236}">
                <a16:creationId xmlns:a16="http://schemas.microsoft.com/office/drawing/2014/main" id="{8FC5C63C-A996-AED9-E4EB-C86C4CF2B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>
            <a:extLst>
              <a:ext uri="{FF2B5EF4-FFF2-40B4-BE49-F238E27FC236}">
                <a16:creationId xmlns:a16="http://schemas.microsoft.com/office/drawing/2014/main" id="{D08E26BF-73EA-290E-F90A-84F0EF8838A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>
            <a:extLst>
              <a:ext uri="{FF2B5EF4-FFF2-40B4-BE49-F238E27FC236}">
                <a16:creationId xmlns:a16="http://schemas.microsoft.com/office/drawing/2014/main" id="{EF543F21-425D-6E65-E592-6EFF0BB75C8C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791DA4-3FCC-4CA6-9A61-34BCC126C4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4384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01822-8384-37D5-63C2-61B8B9F85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>
            <a:extLst>
              <a:ext uri="{FF2B5EF4-FFF2-40B4-BE49-F238E27FC236}">
                <a16:creationId xmlns:a16="http://schemas.microsoft.com/office/drawing/2014/main" id="{9D54D566-E106-E9D8-9DE9-104965A83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>
            <a:extLst>
              <a:ext uri="{FF2B5EF4-FFF2-40B4-BE49-F238E27FC236}">
                <a16:creationId xmlns:a16="http://schemas.microsoft.com/office/drawing/2014/main" id="{BAA164C1-C697-FB7A-ADF0-97359D9D90B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>
            <a:extLst>
              <a:ext uri="{FF2B5EF4-FFF2-40B4-BE49-F238E27FC236}">
                <a16:creationId xmlns:a16="http://schemas.microsoft.com/office/drawing/2014/main" id="{18665FAA-5A70-F5D4-33FA-AD7D2843C6FE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791DA4-3FCC-4CA6-9A61-34BCC126C4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673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801143-9A0D-42BC-A486-790F271F0D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C0B6-A3BF-29CF-A507-7A550A24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>
            <a:extLst>
              <a:ext uri="{FF2B5EF4-FFF2-40B4-BE49-F238E27FC236}">
                <a16:creationId xmlns:a16="http://schemas.microsoft.com/office/drawing/2014/main" id="{F3BF5E37-373F-B92D-C25F-2CF1262D8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>
            <a:extLst>
              <a:ext uri="{FF2B5EF4-FFF2-40B4-BE49-F238E27FC236}">
                <a16:creationId xmlns:a16="http://schemas.microsoft.com/office/drawing/2014/main" id="{09D11E1C-9071-1129-5DD2-EFE9CF66475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3">
            <a:extLst>
              <a:ext uri="{FF2B5EF4-FFF2-40B4-BE49-F238E27FC236}">
                <a16:creationId xmlns:a16="http://schemas.microsoft.com/office/drawing/2014/main" id="{78219A40-07E6-6D45-AA86-5D8E7F352251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801143-9A0D-42BC-A486-790F271F0D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4338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03F4-AFC5-DAA5-8EE0-00381761B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>
            <a:extLst>
              <a:ext uri="{FF2B5EF4-FFF2-40B4-BE49-F238E27FC236}">
                <a16:creationId xmlns:a16="http://schemas.microsoft.com/office/drawing/2014/main" id="{F4B0E51C-D649-BA60-233A-22F947CED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>
            <a:extLst>
              <a:ext uri="{FF2B5EF4-FFF2-40B4-BE49-F238E27FC236}">
                <a16:creationId xmlns:a16="http://schemas.microsoft.com/office/drawing/2014/main" id="{92D85F43-AC7D-A3D2-30C5-E88BDE4779F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3">
            <a:extLst>
              <a:ext uri="{FF2B5EF4-FFF2-40B4-BE49-F238E27FC236}">
                <a16:creationId xmlns:a16="http://schemas.microsoft.com/office/drawing/2014/main" id="{FF878990-E7CF-977F-04ED-697351A60958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801143-9A0D-42BC-A486-790F271F0D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06649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6F3CF9-040B-4368-AB9B-E0CF56C529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F8EAC4-C21C-492C-8EE0-E516EA07D2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54DD-4D24-1578-A79C-FE1B4C6E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>
            <a:extLst>
              <a:ext uri="{FF2B5EF4-FFF2-40B4-BE49-F238E27FC236}">
                <a16:creationId xmlns:a16="http://schemas.microsoft.com/office/drawing/2014/main" id="{D7FE3840-CEC9-2DE2-F47A-0329FADF6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>
            <a:extLst>
              <a:ext uri="{FF2B5EF4-FFF2-40B4-BE49-F238E27FC236}">
                <a16:creationId xmlns:a16="http://schemas.microsoft.com/office/drawing/2014/main" id="{5DD71A41-5B19-417A-4878-21CC8456919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3">
            <a:extLst>
              <a:ext uri="{FF2B5EF4-FFF2-40B4-BE49-F238E27FC236}">
                <a16:creationId xmlns:a16="http://schemas.microsoft.com/office/drawing/2014/main" id="{65F91BBA-27DD-9126-77F7-71EDE75A2301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F8EAC4-C21C-492C-8EE0-E516EA07D2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8178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BC5B4F-99FF-4C33-8673-BDC35E116D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2DE912-058E-41CE-A8A7-031D795B86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0" y="3200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0" y="8229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0" y="13258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0" y="18288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0" y="23317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0" y="28346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0" y="33375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0" y="38404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0" y="43434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0" y="48463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0" y="53492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0" y="58521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0" y="63550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0" y="68580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7680960" y="1234440"/>
            <a:ext cx="3840120" cy="3840120"/>
          </a:xfrm>
          <a:prstGeom prst="ellipse">
            <a:avLst/>
          </a:prstGeom>
          <a:noFill/>
          <a:ln w="16560">
            <a:solidFill>
              <a:srgbClr val="2545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8092440" y="1645920"/>
            <a:ext cx="3017160" cy="3017160"/>
          </a:xfrm>
          <a:prstGeom prst="ellipse">
            <a:avLst/>
          </a:prstGeom>
          <a:noFill/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2"/>
          <p:cNvSpPr/>
          <p:nvPr/>
        </p:nvSpPr>
        <p:spPr>
          <a:xfrm>
            <a:off x="8526960" y="2080440"/>
            <a:ext cx="2148480" cy="2148480"/>
          </a:xfrm>
          <a:prstGeom prst="ellipse">
            <a:avLst/>
          </a:prstGeom>
          <a:noFill/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8961120" y="2514600"/>
            <a:ext cx="1279800" cy="1279800"/>
          </a:xfrm>
          <a:prstGeom prst="ellipse">
            <a:avLst/>
          </a:prstGeom>
          <a:noFill/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4"/>
          <p:cNvSpPr/>
          <p:nvPr/>
        </p:nvSpPr>
        <p:spPr>
          <a:xfrm flipV="1">
            <a:off x="9601200" y="2286000"/>
            <a:ext cx="2121120" cy="868680"/>
          </a:xfrm>
          <a:prstGeom prst="line">
            <a:avLst/>
          </a:prstGeom>
          <a:ln w="20880">
            <a:solidFill>
              <a:srgbClr val="53D5D2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5"/>
          <p:cNvSpPr/>
          <p:nvPr/>
        </p:nvSpPr>
        <p:spPr>
          <a:xfrm>
            <a:off x="9555480" y="3108960"/>
            <a:ext cx="145800" cy="14580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6"/>
          <p:cNvSpPr/>
          <p:nvPr/>
        </p:nvSpPr>
        <p:spPr>
          <a:xfrm>
            <a:off x="10744200" y="2194560"/>
            <a:ext cx="68400" cy="6840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60" rIns="90000" bIns="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7"/>
          <p:cNvSpPr/>
          <p:nvPr/>
        </p:nvSpPr>
        <p:spPr>
          <a:xfrm>
            <a:off x="8750880" y="2606040"/>
            <a:ext cx="63720" cy="637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8"/>
          <p:cNvSpPr/>
          <p:nvPr/>
        </p:nvSpPr>
        <p:spPr>
          <a:xfrm>
            <a:off x="10259640" y="4160520"/>
            <a:ext cx="91080" cy="9108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9"/>
          <p:cNvSpPr/>
          <p:nvPr/>
        </p:nvSpPr>
        <p:spPr>
          <a:xfrm>
            <a:off x="704160" y="1408320"/>
            <a:ext cx="4845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INTRODUCING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0"/>
          <p:cNvSpPr/>
          <p:nvPr/>
        </p:nvSpPr>
        <p:spPr>
          <a:xfrm>
            <a:off x="603360" y="1856160"/>
            <a:ext cx="658332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0" b="1" u="none" strike="noStrike" spc="-159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TRACE</a:t>
            </a:r>
            <a:endParaRPr lang="en-US" sz="9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1"/>
          <p:cNvSpPr/>
          <p:nvPr/>
        </p:nvSpPr>
        <p:spPr>
          <a:xfrm>
            <a:off x="713160" y="3355920"/>
            <a:ext cx="630720" cy="45360"/>
          </a:xfrm>
          <a:prstGeom prst="rect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2"/>
          <p:cNvSpPr/>
          <p:nvPr/>
        </p:nvSpPr>
        <p:spPr>
          <a:xfrm>
            <a:off x="704160" y="3620880"/>
            <a:ext cx="61261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From data to lessons.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3"/>
          <p:cNvSpPr/>
          <p:nvPr/>
        </p:nvSpPr>
        <p:spPr>
          <a:xfrm>
            <a:off x="722520" y="4361760"/>
            <a:ext cx="6217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Evidence-backed investigations, powered by agentic AI.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4"/>
          <p:cNvSpPr/>
          <p:nvPr/>
        </p:nvSpPr>
        <p:spPr>
          <a:xfrm>
            <a:off x="722520" y="6071760"/>
            <a:ext cx="8046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 spc="6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Timeline Reconstruction · Analysis · Correlation · Explanation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5"/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6"/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8"/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4"/>
          <p:cNvSpPr/>
          <p:nvPr/>
        </p:nvSpPr>
        <p:spPr>
          <a:xfrm>
            <a:off x="0" y="3200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5"/>
          <p:cNvSpPr/>
          <p:nvPr/>
        </p:nvSpPr>
        <p:spPr>
          <a:xfrm>
            <a:off x="0" y="8229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6"/>
          <p:cNvSpPr/>
          <p:nvPr/>
        </p:nvSpPr>
        <p:spPr>
          <a:xfrm>
            <a:off x="0" y="13258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7"/>
          <p:cNvSpPr/>
          <p:nvPr/>
        </p:nvSpPr>
        <p:spPr>
          <a:xfrm>
            <a:off x="0" y="18288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/>
          <p:cNvSpPr/>
          <p:nvPr/>
        </p:nvSpPr>
        <p:spPr>
          <a:xfrm>
            <a:off x="0" y="23317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9"/>
          <p:cNvSpPr/>
          <p:nvPr/>
        </p:nvSpPr>
        <p:spPr>
          <a:xfrm>
            <a:off x="0" y="28346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0"/>
          <p:cNvSpPr/>
          <p:nvPr/>
        </p:nvSpPr>
        <p:spPr>
          <a:xfrm>
            <a:off x="0" y="33375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1"/>
          <p:cNvSpPr/>
          <p:nvPr/>
        </p:nvSpPr>
        <p:spPr>
          <a:xfrm>
            <a:off x="0" y="38404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2"/>
          <p:cNvSpPr/>
          <p:nvPr/>
        </p:nvSpPr>
        <p:spPr>
          <a:xfrm>
            <a:off x="0" y="43434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3"/>
          <p:cNvSpPr/>
          <p:nvPr/>
        </p:nvSpPr>
        <p:spPr>
          <a:xfrm>
            <a:off x="0" y="48463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4"/>
          <p:cNvSpPr/>
          <p:nvPr/>
        </p:nvSpPr>
        <p:spPr>
          <a:xfrm>
            <a:off x="0" y="53492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5"/>
          <p:cNvSpPr/>
          <p:nvPr/>
        </p:nvSpPr>
        <p:spPr>
          <a:xfrm>
            <a:off x="0" y="58521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6"/>
          <p:cNvSpPr/>
          <p:nvPr/>
        </p:nvSpPr>
        <p:spPr>
          <a:xfrm>
            <a:off x="0" y="63550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7"/>
          <p:cNvSpPr/>
          <p:nvPr/>
        </p:nvSpPr>
        <p:spPr>
          <a:xfrm>
            <a:off x="0" y="68580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8"/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9"/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0"/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01 / THE CHALLENGE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1"/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The data exists. The story is missing.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2"/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When incidents happen, investigators must reconstruct the truth across disconnected sources.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3"/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D79CD7-C0C1-341C-9218-AF009052A746}"/>
              </a:ext>
            </a:extLst>
          </p:cNvPr>
          <p:cNvGrpSpPr/>
          <p:nvPr/>
        </p:nvGrpSpPr>
        <p:grpSpPr>
          <a:xfrm>
            <a:off x="658440" y="1947600"/>
            <a:ext cx="3428640" cy="1919880"/>
            <a:chOff x="658440" y="1947600"/>
            <a:chExt cx="3428640" cy="1919880"/>
          </a:xfrm>
        </p:grpSpPr>
        <p:sp>
          <p:nvSpPr>
            <p:cNvPr id="113" name="!!src_0"/>
            <p:cNvSpPr/>
            <p:nvPr/>
          </p:nvSpPr>
          <p:spPr>
            <a:xfrm>
              <a:off x="65844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!!srcline_0"/>
            <p:cNvSpPr/>
            <p:nvPr/>
          </p:nvSpPr>
          <p:spPr>
            <a:xfrm>
              <a:off x="658440" y="1947600"/>
              <a:ext cx="40680" cy="1919880"/>
            </a:xfrm>
            <a:prstGeom prst="rect">
              <a:avLst/>
            </a:prstGeom>
            <a:solidFill>
              <a:srgbClr val="53D5D2"/>
            </a:solidFill>
            <a:ln w="12600">
              <a:solidFill>
                <a:srgbClr val="53D5D2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Shape 46"/>
            <p:cNvSpPr/>
            <p:nvPr/>
          </p:nvSpPr>
          <p:spPr>
            <a:xfrm>
              <a:off x="905400" y="2157840"/>
              <a:ext cx="246600" cy="255600"/>
            </a:xfrm>
            <a:prstGeom prst="rect">
              <a:avLst/>
            </a:prstGeom>
            <a:solidFill>
              <a:srgbClr val="182B41"/>
            </a:solidFill>
            <a:ln w="176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Shape 47"/>
            <p:cNvSpPr/>
            <p:nvPr/>
          </p:nvSpPr>
          <p:spPr>
            <a:xfrm>
              <a:off x="955440" y="2235600"/>
              <a:ext cx="150840" cy="360"/>
            </a:xfrm>
            <a:prstGeom prst="line">
              <a:avLst/>
            </a:prstGeom>
            <a:ln w="140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Shape 48"/>
            <p:cNvSpPr/>
            <p:nvPr/>
          </p:nvSpPr>
          <p:spPr>
            <a:xfrm>
              <a:off x="955440" y="2304000"/>
              <a:ext cx="123480" cy="360"/>
            </a:xfrm>
            <a:prstGeom prst="line">
              <a:avLst/>
            </a:prstGeom>
            <a:ln w="140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!!srctext_0"/>
            <p:cNvSpPr/>
            <p:nvPr/>
          </p:nvSpPr>
          <p:spPr>
            <a:xfrm>
              <a:off x="127116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 dirty="0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SYSTEM LOGS</a:t>
              </a:r>
              <a:endParaRPr lang="en-US" sz="11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Shape 50"/>
            <p:cNvSpPr/>
            <p:nvPr/>
          </p:nvSpPr>
          <p:spPr>
            <a:xfrm>
              <a:off x="887040" y="2660760"/>
              <a:ext cx="246852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Shape 51"/>
            <p:cNvSpPr/>
            <p:nvPr/>
          </p:nvSpPr>
          <p:spPr>
            <a:xfrm>
              <a:off x="887040" y="2853000"/>
              <a:ext cx="202968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Shape 52"/>
            <p:cNvSpPr/>
            <p:nvPr/>
          </p:nvSpPr>
          <p:spPr>
            <a:xfrm>
              <a:off x="887040" y="3044880"/>
              <a:ext cx="159984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Shape 53"/>
            <p:cNvSpPr/>
            <p:nvPr/>
          </p:nvSpPr>
          <p:spPr>
            <a:xfrm>
              <a:off x="887040" y="3237120"/>
              <a:ext cx="23313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9D734C-1D79-CF76-62DD-80BB78BCC08F}"/>
              </a:ext>
            </a:extLst>
          </p:cNvPr>
          <p:cNvGrpSpPr/>
          <p:nvPr/>
        </p:nvGrpSpPr>
        <p:grpSpPr>
          <a:xfrm>
            <a:off x="8110800" y="1947600"/>
            <a:ext cx="3428640" cy="1919880"/>
            <a:chOff x="8110800" y="1947600"/>
            <a:chExt cx="3428640" cy="1919880"/>
          </a:xfrm>
        </p:grpSpPr>
        <p:sp>
          <p:nvSpPr>
            <p:cNvPr id="132" name="!!src_2"/>
            <p:cNvSpPr/>
            <p:nvPr/>
          </p:nvSpPr>
          <p:spPr>
            <a:xfrm>
              <a:off x="811080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!!srcline_2"/>
            <p:cNvSpPr/>
            <p:nvPr/>
          </p:nvSpPr>
          <p:spPr>
            <a:xfrm>
              <a:off x="8110800" y="1947600"/>
              <a:ext cx="40680" cy="1919880"/>
            </a:xfrm>
            <a:prstGeom prst="rect">
              <a:avLst/>
            </a:prstGeom>
            <a:solidFill>
              <a:srgbClr val="F2C477"/>
            </a:solidFill>
            <a:ln w="12600">
              <a:solidFill>
                <a:srgbClr val="F2C477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Shape 65"/>
            <p:cNvSpPr/>
            <p:nvPr/>
          </p:nvSpPr>
          <p:spPr>
            <a:xfrm>
              <a:off x="8375760" y="2148840"/>
              <a:ext cx="246600" cy="273960"/>
            </a:xfrm>
            <a:prstGeom prst="rect">
              <a:avLst/>
            </a:prstGeom>
            <a:solidFill>
              <a:srgbClr val="182B41"/>
            </a:solidFill>
            <a:ln w="1656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Shape 66"/>
            <p:cNvSpPr/>
            <p:nvPr/>
          </p:nvSpPr>
          <p:spPr>
            <a:xfrm>
              <a:off x="8430480" y="2230920"/>
              <a:ext cx="14652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Shape 67"/>
            <p:cNvSpPr/>
            <p:nvPr/>
          </p:nvSpPr>
          <p:spPr>
            <a:xfrm>
              <a:off x="8430480" y="2295000"/>
              <a:ext cx="11916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Shape 68"/>
            <p:cNvSpPr/>
            <p:nvPr/>
          </p:nvSpPr>
          <p:spPr>
            <a:xfrm>
              <a:off x="8430480" y="2359080"/>
              <a:ext cx="12816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!!srctext_2"/>
            <p:cNvSpPr/>
            <p:nvPr/>
          </p:nvSpPr>
          <p:spPr>
            <a:xfrm>
              <a:off x="872352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OPERATOR DIARY</a:t>
              </a:r>
              <a:endPara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Shape 70"/>
            <p:cNvSpPr/>
            <p:nvPr/>
          </p:nvSpPr>
          <p:spPr>
            <a:xfrm>
              <a:off x="8339400" y="2660760"/>
              <a:ext cx="265140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Shape 71"/>
            <p:cNvSpPr/>
            <p:nvPr/>
          </p:nvSpPr>
          <p:spPr>
            <a:xfrm>
              <a:off x="8339400" y="2853000"/>
              <a:ext cx="18741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Shape 72"/>
            <p:cNvSpPr/>
            <p:nvPr/>
          </p:nvSpPr>
          <p:spPr>
            <a:xfrm>
              <a:off x="8339400" y="3044880"/>
              <a:ext cx="23313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Shape 73"/>
            <p:cNvSpPr/>
            <p:nvPr/>
          </p:nvSpPr>
          <p:spPr>
            <a:xfrm>
              <a:off x="8339400" y="3237120"/>
              <a:ext cx="164556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54B56E9-5819-DF75-AF9A-B711158F3FC3}"/>
              </a:ext>
            </a:extLst>
          </p:cNvPr>
          <p:cNvGrpSpPr/>
          <p:nvPr/>
        </p:nvGrpSpPr>
        <p:grpSpPr>
          <a:xfrm>
            <a:off x="4389120" y="1947600"/>
            <a:ext cx="3428640" cy="1919880"/>
            <a:chOff x="4389120" y="1947600"/>
            <a:chExt cx="3428640" cy="1919880"/>
          </a:xfrm>
        </p:grpSpPr>
        <p:sp>
          <p:nvSpPr>
            <p:cNvPr id="123" name="!!src_1"/>
            <p:cNvSpPr/>
            <p:nvPr/>
          </p:nvSpPr>
          <p:spPr>
            <a:xfrm>
              <a:off x="438912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!!srcline_1"/>
            <p:cNvSpPr/>
            <p:nvPr/>
          </p:nvSpPr>
          <p:spPr>
            <a:xfrm>
              <a:off x="4389120" y="1947600"/>
              <a:ext cx="40680" cy="1919880"/>
            </a:xfrm>
            <a:prstGeom prst="rect">
              <a:avLst/>
            </a:prstGeom>
            <a:solidFill>
              <a:srgbClr val="B39BFF"/>
            </a:solidFill>
            <a:ln w="12600">
              <a:solidFill>
                <a:srgbClr val="B39BF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Shape 56"/>
            <p:cNvSpPr/>
            <p:nvPr/>
          </p:nvSpPr>
          <p:spPr>
            <a:xfrm>
              <a:off x="4745880" y="2267640"/>
              <a:ext cx="82080" cy="82080"/>
            </a:xfrm>
            <a:prstGeom prst="ellipse">
              <a:avLst/>
            </a:prstGeom>
            <a:solidFill>
              <a:srgbClr val="B39BFF"/>
            </a:solidFill>
            <a:ln w="12600">
              <a:solidFill>
                <a:srgbClr val="B39BF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Shape 57"/>
            <p:cNvSpPr/>
            <p:nvPr/>
          </p:nvSpPr>
          <p:spPr>
            <a:xfrm>
              <a:off x="4658760" y="2203560"/>
              <a:ext cx="255600" cy="255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4760">
              <a:solidFill>
                <a:srgbClr val="B39B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!!srctext_1"/>
            <p:cNvSpPr/>
            <p:nvPr/>
          </p:nvSpPr>
          <p:spPr>
            <a:xfrm>
              <a:off x="500184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SNIFFER BUS</a:t>
              </a:r>
              <a:endPara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Shape 59"/>
            <p:cNvSpPr/>
            <p:nvPr/>
          </p:nvSpPr>
          <p:spPr>
            <a:xfrm>
              <a:off x="4617720" y="2660760"/>
              <a:ext cx="214848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Shape 60"/>
            <p:cNvSpPr/>
            <p:nvPr/>
          </p:nvSpPr>
          <p:spPr>
            <a:xfrm>
              <a:off x="4617720" y="2853000"/>
              <a:ext cx="24501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Shape 61"/>
            <p:cNvSpPr/>
            <p:nvPr/>
          </p:nvSpPr>
          <p:spPr>
            <a:xfrm>
              <a:off x="4617720" y="3044880"/>
              <a:ext cx="148104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Shape 62"/>
            <p:cNvSpPr/>
            <p:nvPr/>
          </p:nvSpPr>
          <p:spPr>
            <a:xfrm>
              <a:off x="4617720" y="3237120"/>
              <a:ext cx="219420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" name="Text 77"/>
          <p:cNvSpPr/>
          <p:nvPr/>
        </p:nvSpPr>
        <p:spPr>
          <a:xfrm>
            <a:off x="704160" y="464508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RECONCILE TIMESTAMPS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8"/>
          <p:cNvSpPr/>
          <p:nvPr/>
        </p:nvSpPr>
        <p:spPr>
          <a:xfrm>
            <a:off x="4425840" y="464508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CONNECT EVENTS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9"/>
          <p:cNvSpPr/>
          <p:nvPr/>
        </p:nvSpPr>
        <p:spPr>
          <a:xfrm>
            <a:off x="8147160" y="4645080"/>
            <a:ext cx="3145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FIND THE CAUSE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0"/>
          <p:cNvSpPr/>
          <p:nvPr/>
        </p:nvSpPr>
        <p:spPr>
          <a:xfrm>
            <a:off x="685800" y="5266800"/>
            <a:ext cx="10798560" cy="74952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36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81"/>
          <p:cNvSpPr/>
          <p:nvPr/>
        </p:nvSpPr>
        <p:spPr>
          <a:xfrm>
            <a:off x="685800" y="5266800"/>
            <a:ext cx="50040" cy="749520"/>
          </a:xfrm>
          <a:prstGeom prst="rect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2"/>
          <p:cNvSpPr/>
          <p:nvPr/>
        </p:nvSpPr>
        <p:spPr>
          <a:xfrm>
            <a:off x="951120" y="5449680"/>
            <a:ext cx="594324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HOURS OF MANUAL CORRELATION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3"/>
          <p:cNvSpPr/>
          <p:nvPr/>
        </p:nvSpPr>
        <p:spPr>
          <a:xfrm>
            <a:off x="7644240" y="5486400"/>
            <a:ext cx="3419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27278"/>
                </a:solidFill>
                <a:effectLst/>
                <a:uFillTx/>
                <a:latin typeface="Inter"/>
                <a:ea typeface="Inter"/>
              </a:rPr>
              <a:t>Before any lesson can be learned.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4"/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5"/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7"/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A273E-D06E-EBA4-F193-26A2A2AB6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1">
            <a:extLst>
              <a:ext uri="{FF2B5EF4-FFF2-40B4-BE49-F238E27FC236}">
                <a16:creationId xmlns:a16="http://schemas.microsoft.com/office/drawing/2014/main" id="{A700FCB6-D2BB-0BC5-334A-03785C8F7A59}"/>
              </a:ext>
            </a:extLst>
          </p:cNvPr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>
            <a:extLst>
              <a:ext uri="{FF2B5EF4-FFF2-40B4-BE49-F238E27FC236}">
                <a16:creationId xmlns:a16="http://schemas.microsoft.com/office/drawing/2014/main" id="{3D6FF087-AFD3-0A9E-A56E-6937521C4365}"/>
              </a:ext>
            </a:extLst>
          </p:cNvPr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>
            <a:extLst>
              <a:ext uri="{FF2B5EF4-FFF2-40B4-BE49-F238E27FC236}">
                <a16:creationId xmlns:a16="http://schemas.microsoft.com/office/drawing/2014/main" id="{FAD49FC0-DD78-2B08-66E5-085DC2254B64}"/>
              </a:ext>
            </a:extLst>
          </p:cNvPr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>
            <a:extLst>
              <a:ext uri="{FF2B5EF4-FFF2-40B4-BE49-F238E27FC236}">
                <a16:creationId xmlns:a16="http://schemas.microsoft.com/office/drawing/2014/main" id="{AE7124E4-4AD3-63AC-13BB-38290B36DBB3}"/>
              </a:ext>
            </a:extLst>
          </p:cNvPr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>
            <a:extLst>
              <a:ext uri="{FF2B5EF4-FFF2-40B4-BE49-F238E27FC236}">
                <a16:creationId xmlns:a16="http://schemas.microsoft.com/office/drawing/2014/main" id="{47378A15-0B61-B752-9D0F-84F47365840A}"/>
              </a:ext>
            </a:extLst>
          </p:cNvPr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">
            <a:extLst>
              <a:ext uri="{FF2B5EF4-FFF2-40B4-BE49-F238E27FC236}">
                <a16:creationId xmlns:a16="http://schemas.microsoft.com/office/drawing/2014/main" id="{796B60E4-7562-D8B2-3AD0-4221939F35CF}"/>
              </a:ext>
            </a:extLst>
          </p:cNvPr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>
            <a:extLst>
              <a:ext uri="{FF2B5EF4-FFF2-40B4-BE49-F238E27FC236}">
                <a16:creationId xmlns:a16="http://schemas.microsoft.com/office/drawing/2014/main" id="{F8ED1035-55F9-4632-A40F-693B93DEC004}"/>
              </a:ext>
            </a:extLst>
          </p:cNvPr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>
            <a:extLst>
              <a:ext uri="{FF2B5EF4-FFF2-40B4-BE49-F238E27FC236}">
                <a16:creationId xmlns:a16="http://schemas.microsoft.com/office/drawing/2014/main" id="{BD77635C-CF7A-2D28-8DEF-2D0507F78AAC}"/>
              </a:ext>
            </a:extLst>
          </p:cNvPr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0F849885-4628-C53B-4EE6-A6DF51131584}"/>
              </a:ext>
            </a:extLst>
          </p:cNvPr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11981333-8C23-BE62-9EE1-130511D94B85}"/>
              </a:ext>
            </a:extLst>
          </p:cNvPr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8625E5BB-BD24-C4A9-C1FB-31688B39D90C}"/>
              </a:ext>
            </a:extLst>
          </p:cNvPr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>
            <a:extLst>
              <a:ext uri="{FF2B5EF4-FFF2-40B4-BE49-F238E27FC236}">
                <a16:creationId xmlns:a16="http://schemas.microsoft.com/office/drawing/2014/main" id="{D395271D-9618-2F1A-D9CB-3EBDA0186F38}"/>
              </a:ext>
            </a:extLst>
          </p:cNvPr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>
            <a:extLst>
              <a:ext uri="{FF2B5EF4-FFF2-40B4-BE49-F238E27FC236}">
                <a16:creationId xmlns:a16="http://schemas.microsoft.com/office/drawing/2014/main" id="{89DC1AC8-0BC5-8728-49D6-6CB0669B094F}"/>
              </a:ext>
            </a:extLst>
          </p:cNvPr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>
            <a:extLst>
              <a:ext uri="{FF2B5EF4-FFF2-40B4-BE49-F238E27FC236}">
                <a16:creationId xmlns:a16="http://schemas.microsoft.com/office/drawing/2014/main" id="{4CF7FA19-B570-DF77-15E2-BB42B8B0BD97}"/>
              </a:ext>
            </a:extLst>
          </p:cNvPr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>
            <a:extLst>
              <a:ext uri="{FF2B5EF4-FFF2-40B4-BE49-F238E27FC236}">
                <a16:creationId xmlns:a16="http://schemas.microsoft.com/office/drawing/2014/main" id="{2F72A9D0-49D8-364F-5F32-C4F7C2C33FF2}"/>
              </a:ext>
            </a:extLst>
          </p:cNvPr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>
            <a:extLst>
              <a:ext uri="{FF2B5EF4-FFF2-40B4-BE49-F238E27FC236}">
                <a16:creationId xmlns:a16="http://schemas.microsoft.com/office/drawing/2014/main" id="{03483E22-8C92-3AFC-AA11-67F9333EDE17}"/>
              </a:ext>
            </a:extLst>
          </p:cNvPr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7">
            <a:extLst>
              <a:ext uri="{FF2B5EF4-FFF2-40B4-BE49-F238E27FC236}">
                <a16:creationId xmlns:a16="http://schemas.microsoft.com/office/drawing/2014/main" id="{AD26D25B-F010-8A8A-AC14-49BC5A0010C2}"/>
              </a:ext>
            </a:extLst>
          </p:cNvPr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>
            <a:extLst>
              <a:ext uri="{FF2B5EF4-FFF2-40B4-BE49-F238E27FC236}">
                <a16:creationId xmlns:a16="http://schemas.microsoft.com/office/drawing/2014/main" id="{5D951ED8-61C0-F519-D853-851CC84DEC1C}"/>
              </a:ext>
            </a:extLst>
          </p:cNvPr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>
            <a:extLst>
              <a:ext uri="{FF2B5EF4-FFF2-40B4-BE49-F238E27FC236}">
                <a16:creationId xmlns:a16="http://schemas.microsoft.com/office/drawing/2014/main" id="{5E1CAB7E-0A23-BD0C-3DCB-EBBB64CEAD98}"/>
              </a:ext>
            </a:extLst>
          </p:cNvPr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>
            <a:extLst>
              <a:ext uri="{FF2B5EF4-FFF2-40B4-BE49-F238E27FC236}">
                <a16:creationId xmlns:a16="http://schemas.microsoft.com/office/drawing/2014/main" id="{F10D470B-5F2A-B2B4-BFC5-7075BB953CDF}"/>
              </a:ext>
            </a:extLst>
          </p:cNvPr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">
            <a:extLst>
              <a:ext uri="{FF2B5EF4-FFF2-40B4-BE49-F238E27FC236}">
                <a16:creationId xmlns:a16="http://schemas.microsoft.com/office/drawing/2014/main" id="{662DDF65-B835-9B01-9032-EC4290634994}"/>
              </a:ext>
            </a:extLst>
          </p:cNvPr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>
            <a:extLst>
              <a:ext uri="{FF2B5EF4-FFF2-40B4-BE49-F238E27FC236}">
                <a16:creationId xmlns:a16="http://schemas.microsoft.com/office/drawing/2014/main" id="{6D13A5AF-15D4-13EF-D6FA-7BDB45735C07}"/>
              </a:ext>
            </a:extLst>
          </p:cNvPr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D2DC44EC-57EC-F703-422B-8D00B6371308}"/>
              </a:ext>
            </a:extLst>
          </p:cNvPr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4">
            <a:extLst>
              <a:ext uri="{FF2B5EF4-FFF2-40B4-BE49-F238E27FC236}">
                <a16:creationId xmlns:a16="http://schemas.microsoft.com/office/drawing/2014/main" id="{6C18EBEA-5805-50B0-882D-47A11EB56F1E}"/>
              </a:ext>
            </a:extLst>
          </p:cNvPr>
          <p:cNvSpPr/>
          <p:nvPr/>
        </p:nvSpPr>
        <p:spPr>
          <a:xfrm>
            <a:off x="0" y="3200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5">
            <a:extLst>
              <a:ext uri="{FF2B5EF4-FFF2-40B4-BE49-F238E27FC236}">
                <a16:creationId xmlns:a16="http://schemas.microsoft.com/office/drawing/2014/main" id="{037B7386-F6D2-544F-72F8-D9C5C1E5FA47}"/>
              </a:ext>
            </a:extLst>
          </p:cNvPr>
          <p:cNvSpPr/>
          <p:nvPr/>
        </p:nvSpPr>
        <p:spPr>
          <a:xfrm>
            <a:off x="0" y="8229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6">
            <a:extLst>
              <a:ext uri="{FF2B5EF4-FFF2-40B4-BE49-F238E27FC236}">
                <a16:creationId xmlns:a16="http://schemas.microsoft.com/office/drawing/2014/main" id="{877F5608-DDCA-613F-0290-20E1DE082156}"/>
              </a:ext>
            </a:extLst>
          </p:cNvPr>
          <p:cNvSpPr/>
          <p:nvPr/>
        </p:nvSpPr>
        <p:spPr>
          <a:xfrm>
            <a:off x="0" y="13258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7">
            <a:extLst>
              <a:ext uri="{FF2B5EF4-FFF2-40B4-BE49-F238E27FC236}">
                <a16:creationId xmlns:a16="http://schemas.microsoft.com/office/drawing/2014/main" id="{13E1D2AF-2491-E9A1-F62E-48E4EA87A29A}"/>
              </a:ext>
            </a:extLst>
          </p:cNvPr>
          <p:cNvSpPr/>
          <p:nvPr/>
        </p:nvSpPr>
        <p:spPr>
          <a:xfrm>
            <a:off x="0" y="18288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>
            <a:extLst>
              <a:ext uri="{FF2B5EF4-FFF2-40B4-BE49-F238E27FC236}">
                <a16:creationId xmlns:a16="http://schemas.microsoft.com/office/drawing/2014/main" id="{F07853B9-9DBE-137E-3A82-3BB8EF60E82B}"/>
              </a:ext>
            </a:extLst>
          </p:cNvPr>
          <p:cNvSpPr/>
          <p:nvPr/>
        </p:nvSpPr>
        <p:spPr>
          <a:xfrm>
            <a:off x="0" y="23317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9">
            <a:extLst>
              <a:ext uri="{FF2B5EF4-FFF2-40B4-BE49-F238E27FC236}">
                <a16:creationId xmlns:a16="http://schemas.microsoft.com/office/drawing/2014/main" id="{3858795C-AA1E-99B3-B1E8-BBA716405274}"/>
              </a:ext>
            </a:extLst>
          </p:cNvPr>
          <p:cNvSpPr/>
          <p:nvPr/>
        </p:nvSpPr>
        <p:spPr>
          <a:xfrm>
            <a:off x="0" y="28346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0">
            <a:extLst>
              <a:ext uri="{FF2B5EF4-FFF2-40B4-BE49-F238E27FC236}">
                <a16:creationId xmlns:a16="http://schemas.microsoft.com/office/drawing/2014/main" id="{770C0488-0A30-7A2B-20BA-EC8F553F4AE9}"/>
              </a:ext>
            </a:extLst>
          </p:cNvPr>
          <p:cNvSpPr/>
          <p:nvPr/>
        </p:nvSpPr>
        <p:spPr>
          <a:xfrm>
            <a:off x="0" y="33375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1">
            <a:extLst>
              <a:ext uri="{FF2B5EF4-FFF2-40B4-BE49-F238E27FC236}">
                <a16:creationId xmlns:a16="http://schemas.microsoft.com/office/drawing/2014/main" id="{8F16BF5F-D228-22E5-19BA-C8CC5F25ECB5}"/>
              </a:ext>
            </a:extLst>
          </p:cNvPr>
          <p:cNvSpPr/>
          <p:nvPr/>
        </p:nvSpPr>
        <p:spPr>
          <a:xfrm>
            <a:off x="0" y="38404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2">
            <a:extLst>
              <a:ext uri="{FF2B5EF4-FFF2-40B4-BE49-F238E27FC236}">
                <a16:creationId xmlns:a16="http://schemas.microsoft.com/office/drawing/2014/main" id="{6CCE7602-335E-037E-0045-9FB7BC1A5ECC}"/>
              </a:ext>
            </a:extLst>
          </p:cNvPr>
          <p:cNvSpPr/>
          <p:nvPr/>
        </p:nvSpPr>
        <p:spPr>
          <a:xfrm>
            <a:off x="0" y="43434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3">
            <a:extLst>
              <a:ext uri="{FF2B5EF4-FFF2-40B4-BE49-F238E27FC236}">
                <a16:creationId xmlns:a16="http://schemas.microsoft.com/office/drawing/2014/main" id="{54EC5CD7-46CA-4B78-2B20-87B1629C08AC}"/>
              </a:ext>
            </a:extLst>
          </p:cNvPr>
          <p:cNvSpPr/>
          <p:nvPr/>
        </p:nvSpPr>
        <p:spPr>
          <a:xfrm>
            <a:off x="0" y="48463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4">
            <a:extLst>
              <a:ext uri="{FF2B5EF4-FFF2-40B4-BE49-F238E27FC236}">
                <a16:creationId xmlns:a16="http://schemas.microsoft.com/office/drawing/2014/main" id="{43E63381-4A59-99E9-3C48-973232D96EA4}"/>
              </a:ext>
            </a:extLst>
          </p:cNvPr>
          <p:cNvSpPr/>
          <p:nvPr/>
        </p:nvSpPr>
        <p:spPr>
          <a:xfrm>
            <a:off x="0" y="53492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5">
            <a:extLst>
              <a:ext uri="{FF2B5EF4-FFF2-40B4-BE49-F238E27FC236}">
                <a16:creationId xmlns:a16="http://schemas.microsoft.com/office/drawing/2014/main" id="{7EDEEEAE-9867-1262-0F30-B6C62F45ABED}"/>
              </a:ext>
            </a:extLst>
          </p:cNvPr>
          <p:cNvSpPr/>
          <p:nvPr/>
        </p:nvSpPr>
        <p:spPr>
          <a:xfrm>
            <a:off x="0" y="58521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6">
            <a:extLst>
              <a:ext uri="{FF2B5EF4-FFF2-40B4-BE49-F238E27FC236}">
                <a16:creationId xmlns:a16="http://schemas.microsoft.com/office/drawing/2014/main" id="{D125CC68-2DE8-68E7-D70F-043D103F0AC8}"/>
              </a:ext>
            </a:extLst>
          </p:cNvPr>
          <p:cNvSpPr/>
          <p:nvPr/>
        </p:nvSpPr>
        <p:spPr>
          <a:xfrm>
            <a:off x="0" y="63550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7">
            <a:extLst>
              <a:ext uri="{FF2B5EF4-FFF2-40B4-BE49-F238E27FC236}">
                <a16:creationId xmlns:a16="http://schemas.microsoft.com/office/drawing/2014/main" id="{84ECFF27-C75C-E0F1-EB23-70660BD1CBCE}"/>
              </a:ext>
            </a:extLst>
          </p:cNvPr>
          <p:cNvSpPr/>
          <p:nvPr/>
        </p:nvSpPr>
        <p:spPr>
          <a:xfrm>
            <a:off x="0" y="68580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8">
            <a:extLst>
              <a:ext uri="{FF2B5EF4-FFF2-40B4-BE49-F238E27FC236}">
                <a16:creationId xmlns:a16="http://schemas.microsoft.com/office/drawing/2014/main" id="{69AB11C0-37E6-8359-E1A6-0F8884305D45}"/>
              </a:ext>
            </a:extLst>
          </p:cNvPr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9">
            <a:extLst>
              <a:ext uri="{FF2B5EF4-FFF2-40B4-BE49-F238E27FC236}">
                <a16:creationId xmlns:a16="http://schemas.microsoft.com/office/drawing/2014/main" id="{5247171E-03FB-A7D3-B763-AE1F1917FDEC}"/>
              </a:ext>
            </a:extLst>
          </p:cNvPr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0">
            <a:extLst>
              <a:ext uri="{FF2B5EF4-FFF2-40B4-BE49-F238E27FC236}">
                <a16:creationId xmlns:a16="http://schemas.microsoft.com/office/drawing/2014/main" id="{BA7E8332-E639-5917-E26C-3B324B2ED1C2}"/>
              </a:ext>
            </a:extLst>
          </p:cNvPr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01 / THE CHALLENGE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1">
            <a:extLst>
              <a:ext uri="{FF2B5EF4-FFF2-40B4-BE49-F238E27FC236}">
                <a16:creationId xmlns:a16="http://schemas.microsoft.com/office/drawing/2014/main" id="{7E84E5EE-622D-6145-63AC-D1381D697717}"/>
              </a:ext>
            </a:extLst>
          </p:cNvPr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The data exists. The story is missing.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2">
            <a:extLst>
              <a:ext uri="{FF2B5EF4-FFF2-40B4-BE49-F238E27FC236}">
                <a16:creationId xmlns:a16="http://schemas.microsoft.com/office/drawing/2014/main" id="{778B3573-F416-B91B-A3FF-82E4FE3DD672}"/>
              </a:ext>
            </a:extLst>
          </p:cNvPr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When incidents happen, investigators must reconstruct the truth across disconnected sources.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3">
            <a:extLst>
              <a:ext uri="{FF2B5EF4-FFF2-40B4-BE49-F238E27FC236}">
                <a16:creationId xmlns:a16="http://schemas.microsoft.com/office/drawing/2014/main" id="{4E4BC334-31DB-E3BB-A8DB-ECE9F2BD5FB2}"/>
              </a:ext>
            </a:extLst>
          </p:cNvPr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46CADD-BA85-0565-DE7D-1BEA001C8754}"/>
              </a:ext>
            </a:extLst>
          </p:cNvPr>
          <p:cNvGrpSpPr/>
          <p:nvPr/>
        </p:nvGrpSpPr>
        <p:grpSpPr>
          <a:xfrm>
            <a:off x="658440" y="1947600"/>
            <a:ext cx="3428640" cy="1919880"/>
            <a:chOff x="658440" y="1947600"/>
            <a:chExt cx="3428640" cy="1919880"/>
          </a:xfrm>
        </p:grpSpPr>
        <p:sp>
          <p:nvSpPr>
            <p:cNvPr id="113" name="!!src_0">
              <a:extLst>
                <a:ext uri="{FF2B5EF4-FFF2-40B4-BE49-F238E27FC236}">
                  <a16:creationId xmlns:a16="http://schemas.microsoft.com/office/drawing/2014/main" id="{B6A01C73-3290-448D-6FA1-C42307861DCC}"/>
                </a:ext>
              </a:extLst>
            </p:cNvPr>
            <p:cNvSpPr/>
            <p:nvPr/>
          </p:nvSpPr>
          <p:spPr>
            <a:xfrm>
              <a:off x="65844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!!srcline_0">
              <a:extLst>
                <a:ext uri="{FF2B5EF4-FFF2-40B4-BE49-F238E27FC236}">
                  <a16:creationId xmlns:a16="http://schemas.microsoft.com/office/drawing/2014/main" id="{E3D4671D-DDED-5408-A3C9-2A8248806CCB}"/>
                </a:ext>
              </a:extLst>
            </p:cNvPr>
            <p:cNvSpPr/>
            <p:nvPr/>
          </p:nvSpPr>
          <p:spPr>
            <a:xfrm>
              <a:off x="658440" y="1947600"/>
              <a:ext cx="40680" cy="1919880"/>
            </a:xfrm>
            <a:prstGeom prst="rect">
              <a:avLst/>
            </a:prstGeom>
            <a:solidFill>
              <a:srgbClr val="53D5D2"/>
            </a:solidFill>
            <a:ln w="12600">
              <a:solidFill>
                <a:srgbClr val="53D5D2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Shape 46">
              <a:extLst>
                <a:ext uri="{FF2B5EF4-FFF2-40B4-BE49-F238E27FC236}">
                  <a16:creationId xmlns:a16="http://schemas.microsoft.com/office/drawing/2014/main" id="{BFEB0B93-B44D-8743-AE97-EE86F909DDE5}"/>
                </a:ext>
              </a:extLst>
            </p:cNvPr>
            <p:cNvSpPr/>
            <p:nvPr/>
          </p:nvSpPr>
          <p:spPr>
            <a:xfrm>
              <a:off x="905400" y="2157840"/>
              <a:ext cx="246600" cy="255600"/>
            </a:xfrm>
            <a:prstGeom prst="rect">
              <a:avLst/>
            </a:prstGeom>
            <a:solidFill>
              <a:srgbClr val="182B41"/>
            </a:solidFill>
            <a:ln w="176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Shape 47">
              <a:extLst>
                <a:ext uri="{FF2B5EF4-FFF2-40B4-BE49-F238E27FC236}">
                  <a16:creationId xmlns:a16="http://schemas.microsoft.com/office/drawing/2014/main" id="{480952C0-A1AB-84A1-0CF5-C64F9B1149D0}"/>
                </a:ext>
              </a:extLst>
            </p:cNvPr>
            <p:cNvSpPr/>
            <p:nvPr/>
          </p:nvSpPr>
          <p:spPr>
            <a:xfrm>
              <a:off x="955440" y="2235600"/>
              <a:ext cx="150840" cy="360"/>
            </a:xfrm>
            <a:prstGeom prst="line">
              <a:avLst/>
            </a:prstGeom>
            <a:ln w="140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Shape 48">
              <a:extLst>
                <a:ext uri="{FF2B5EF4-FFF2-40B4-BE49-F238E27FC236}">
                  <a16:creationId xmlns:a16="http://schemas.microsoft.com/office/drawing/2014/main" id="{81BD1668-9655-E935-2D93-75872FB5FC79}"/>
                </a:ext>
              </a:extLst>
            </p:cNvPr>
            <p:cNvSpPr/>
            <p:nvPr/>
          </p:nvSpPr>
          <p:spPr>
            <a:xfrm>
              <a:off x="955440" y="2304000"/>
              <a:ext cx="123480" cy="360"/>
            </a:xfrm>
            <a:prstGeom prst="line">
              <a:avLst/>
            </a:prstGeom>
            <a:ln w="140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!!srctext_0">
              <a:extLst>
                <a:ext uri="{FF2B5EF4-FFF2-40B4-BE49-F238E27FC236}">
                  <a16:creationId xmlns:a16="http://schemas.microsoft.com/office/drawing/2014/main" id="{B4B068E4-9500-8FC5-FCCF-76BDFF452D70}"/>
                </a:ext>
              </a:extLst>
            </p:cNvPr>
            <p:cNvSpPr/>
            <p:nvPr/>
          </p:nvSpPr>
          <p:spPr>
            <a:xfrm>
              <a:off x="127116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 dirty="0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SYSTEM LOGS</a:t>
              </a:r>
              <a:endParaRPr lang="en-US" sz="11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Shape 50">
              <a:extLst>
                <a:ext uri="{FF2B5EF4-FFF2-40B4-BE49-F238E27FC236}">
                  <a16:creationId xmlns:a16="http://schemas.microsoft.com/office/drawing/2014/main" id="{1329DB17-9078-EED2-5560-20C2D270C35C}"/>
                </a:ext>
              </a:extLst>
            </p:cNvPr>
            <p:cNvSpPr/>
            <p:nvPr/>
          </p:nvSpPr>
          <p:spPr>
            <a:xfrm>
              <a:off x="887040" y="2660760"/>
              <a:ext cx="246852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Shape 51">
              <a:extLst>
                <a:ext uri="{FF2B5EF4-FFF2-40B4-BE49-F238E27FC236}">
                  <a16:creationId xmlns:a16="http://schemas.microsoft.com/office/drawing/2014/main" id="{CBC4FC18-536A-A28D-6E03-93A5500D4805}"/>
                </a:ext>
              </a:extLst>
            </p:cNvPr>
            <p:cNvSpPr/>
            <p:nvPr/>
          </p:nvSpPr>
          <p:spPr>
            <a:xfrm>
              <a:off x="887040" y="2853000"/>
              <a:ext cx="202968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Shape 52">
              <a:extLst>
                <a:ext uri="{FF2B5EF4-FFF2-40B4-BE49-F238E27FC236}">
                  <a16:creationId xmlns:a16="http://schemas.microsoft.com/office/drawing/2014/main" id="{1B3EC024-56D1-08F0-6DB9-0D0ECB9C5C46}"/>
                </a:ext>
              </a:extLst>
            </p:cNvPr>
            <p:cNvSpPr/>
            <p:nvPr/>
          </p:nvSpPr>
          <p:spPr>
            <a:xfrm>
              <a:off x="887040" y="3044880"/>
              <a:ext cx="159984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Shape 53">
              <a:extLst>
                <a:ext uri="{FF2B5EF4-FFF2-40B4-BE49-F238E27FC236}">
                  <a16:creationId xmlns:a16="http://schemas.microsoft.com/office/drawing/2014/main" id="{647FE194-3CEE-66A8-5B41-C05F68877219}"/>
                </a:ext>
              </a:extLst>
            </p:cNvPr>
            <p:cNvSpPr/>
            <p:nvPr/>
          </p:nvSpPr>
          <p:spPr>
            <a:xfrm>
              <a:off x="887040" y="3237120"/>
              <a:ext cx="23313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3840030-32D7-7A82-47B8-3E15805B6E68}"/>
              </a:ext>
            </a:extLst>
          </p:cNvPr>
          <p:cNvGrpSpPr/>
          <p:nvPr/>
        </p:nvGrpSpPr>
        <p:grpSpPr>
          <a:xfrm>
            <a:off x="8110800" y="1947600"/>
            <a:ext cx="3428640" cy="1919880"/>
            <a:chOff x="8110800" y="1947600"/>
            <a:chExt cx="3428640" cy="1919880"/>
          </a:xfrm>
        </p:grpSpPr>
        <p:sp>
          <p:nvSpPr>
            <p:cNvPr id="132" name="!!src_2">
              <a:extLst>
                <a:ext uri="{FF2B5EF4-FFF2-40B4-BE49-F238E27FC236}">
                  <a16:creationId xmlns:a16="http://schemas.microsoft.com/office/drawing/2014/main" id="{4C80D9A7-8343-077D-9409-3317F6E3C47C}"/>
                </a:ext>
              </a:extLst>
            </p:cNvPr>
            <p:cNvSpPr/>
            <p:nvPr/>
          </p:nvSpPr>
          <p:spPr>
            <a:xfrm>
              <a:off x="811080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!!srcline_2">
              <a:extLst>
                <a:ext uri="{FF2B5EF4-FFF2-40B4-BE49-F238E27FC236}">
                  <a16:creationId xmlns:a16="http://schemas.microsoft.com/office/drawing/2014/main" id="{94FF7089-699F-9ED8-6BC8-274689381958}"/>
                </a:ext>
              </a:extLst>
            </p:cNvPr>
            <p:cNvSpPr/>
            <p:nvPr/>
          </p:nvSpPr>
          <p:spPr>
            <a:xfrm>
              <a:off x="8110800" y="1947600"/>
              <a:ext cx="40680" cy="1919880"/>
            </a:xfrm>
            <a:prstGeom prst="rect">
              <a:avLst/>
            </a:prstGeom>
            <a:solidFill>
              <a:srgbClr val="F2C477"/>
            </a:solidFill>
            <a:ln w="12600">
              <a:solidFill>
                <a:srgbClr val="F2C477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Shape 65">
              <a:extLst>
                <a:ext uri="{FF2B5EF4-FFF2-40B4-BE49-F238E27FC236}">
                  <a16:creationId xmlns:a16="http://schemas.microsoft.com/office/drawing/2014/main" id="{A1D4037F-99A4-A59D-BEFC-0CF891E6D6EC}"/>
                </a:ext>
              </a:extLst>
            </p:cNvPr>
            <p:cNvSpPr/>
            <p:nvPr/>
          </p:nvSpPr>
          <p:spPr>
            <a:xfrm>
              <a:off x="8375760" y="2148840"/>
              <a:ext cx="246600" cy="273960"/>
            </a:xfrm>
            <a:prstGeom prst="rect">
              <a:avLst/>
            </a:prstGeom>
            <a:solidFill>
              <a:srgbClr val="182B41"/>
            </a:solidFill>
            <a:ln w="1656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Shape 66">
              <a:extLst>
                <a:ext uri="{FF2B5EF4-FFF2-40B4-BE49-F238E27FC236}">
                  <a16:creationId xmlns:a16="http://schemas.microsoft.com/office/drawing/2014/main" id="{201371C6-1DD0-4E5E-AD8C-25C7CAB1C00D}"/>
                </a:ext>
              </a:extLst>
            </p:cNvPr>
            <p:cNvSpPr/>
            <p:nvPr/>
          </p:nvSpPr>
          <p:spPr>
            <a:xfrm>
              <a:off x="8430480" y="2230920"/>
              <a:ext cx="14652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Shape 67">
              <a:extLst>
                <a:ext uri="{FF2B5EF4-FFF2-40B4-BE49-F238E27FC236}">
                  <a16:creationId xmlns:a16="http://schemas.microsoft.com/office/drawing/2014/main" id="{BCA4F225-67F3-12A7-0A85-CF58A18EEBFB}"/>
                </a:ext>
              </a:extLst>
            </p:cNvPr>
            <p:cNvSpPr/>
            <p:nvPr/>
          </p:nvSpPr>
          <p:spPr>
            <a:xfrm>
              <a:off x="8430480" y="2295000"/>
              <a:ext cx="11916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Shape 68">
              <a:extLst>
                <a:ext uri="{FF2B5EF4-FFF2-40B4-BE49-F238E27FC236}">
                  <a16:creationId xmlns:a16="http://schemas.microsoft.com/office/drawing/2014/main" id="{5A752EB8-FACF-555A-6C89-CBAFAC375382}"/>
                </a:ext>
              </a:extLst>
            </p:cNvPr>
            <p:cNvSpPr/>
            <p:nvPr/>
          </p:nvSpPr>
          <p:spPr>
            <a:xfrm>
              <a:off x="8430480" y="2359080"/>
              <a:ext cx="12816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!!srctext_2">
              <a:extLst>
                <a:ext uri="{FF2B5EF4-FFF2-40B4-BE49-F238E27FC236}">
                  <a16:creationId xmlns:a16="http://schemas.microsoft.com/office/drawing/2014/main" id="{2D3FB07E-7E7D-48D1-A33E-2739B63C50AE}"/>
                </a:ext>
              </a:extLst>
            </p:cNvPr>
            <p:cNvSpPr/>
            <p:nvPr/>
          </p:nvSpPr>
          <p:spPr>
            <a:xfrm>
              <a:off x="872352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OPERATOR DIARY</a:t>
              </a:r>
              <a:endPara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Shape 70">
              <a:extLst>
                <a:ext uri="{FF2B5EF4-FFF2-40B4-BE49-F238E27FC236}">
                  <a16:creationId xmlns:a16="http://schemas.microsoft.com/office/drawing/2014/main" id="{FD728720-DB16-4F52-3D47-4098ECD78253}"/>
                </a:ext>
              </a:extLst>
            </p:cNvPr>
            <p:cNvSpPr/>
            <p:nvPr/>
          </p:nvSpPr>
          <p:spPr>
            <a:xfrm>
              <a:off x="8339400" y="2660760"/>
              <a:ext cx="265140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Shape 71">
              <a:extLst>
                <a:ext uri="{FF2B5EF4-FFF2-40B4-BE49-F238E27FC236}">
                  <a16:creationId xmlns:a16="http://schemas.microsoft.com/office/drawing/2014/main" id="{A22980CC-D522-16EF-210D-91B4E6532AB2}"/>
                </a:ext>
              </a:extLst>
            </p:cNvPr>
            <p:cNvSpPr/>
            <p:nvPr/>
          </p:nvSpPr>
          <p:spPr>
            <a:xfrm>
              <a:off x="8339400" y="2853000"/>
              <a:ext cx="18741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Shape 72">
              <a:extLst>
                <a:ext uri="{FF2B5EF4-FFF2-40B4-BE49-F238E27FC236}">
                  <a16:creationId xmlns:a16="http://schemas.microsoft.com/office/drawing/2014/main" id="{75F97F4A-B6C1-134F-711D-C592A2FDBD51}"/>
                </a:ext>
              </a:extLst>
            </p:cNvPr>
            <p:cNvSpPr/>
            <p:nvPr/>
          </p:nvSpPr>
          <p:spPr>
            <a:xfrm>
              <a:off x="8339400" y="3044880"/>
              <a:ext cx="23313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Shape 73">
              <a:extLst>
                <a:ext uri="{FF2B5EF4-FFF2-40B4-BE49-F238E27FC236}">
                  <a16:creationId xmlns:a16="http://schemas.microsoft.com/office/drawing/2014/main" id="{1D75FC10-D98D-C58A-B8F1-25C043F0DF44}"/>
                </a:ext>
              </a:extLst>
            </p:cNvPr>
            <p:cNvSpPr/>
            <p:nvPr/>
          </p:nvSpPr>
          <p:spPr>
            <a:xfrm>
              <a:off x="8339400" y="3237120"/>
              <a:ext cx="164556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4F4DB82-27AB-8AEA-D28C-B55B81EAC9E9}"/>
              </a:ext>
            </a:extLst>
          </p:cNvPr>
          <p:cNvGrpSpPr/>
          <p:nvPr/>
        </p:nvGrpSpPr>
        <p:grpSpPr>
          <a:xfrm>
            <a:off x="4389120" y="1947600"/>
            <a:ext cx="3428640" cy="1919880"/>
            <a:chOff x="4389120" y="1947600"/>
            <a:chExt cx="3428640" cy="1919880"/>
          </a:xfrm>
        </p:grpSpPr>
        <p:sp>
          <p:nvSpPr>
            <p:cNvPr id="123" name="!!src_1">
              <a:extLst>
                <a:ext uri="{FF2B5EF4-FFF2-40B4-BE49-F238E27FC236}">
                  <a16:creationId xmlns:a16="http://schemas.microsoft.com/office/drawing/2014/main" id="{A8276566-40DE-A471-F2BC-EF08FC7D84A4}"/>
                </a:ext>
              </a:extLst>
            </p:cNvPr>
            <p:cNvSpPr/>
            <p:nvPr/>
          </p:nvSpPr>
          <p:spPr>
            <a:xfrm>
              <a:off x="438912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!!srcline_1">
              <a:extLst>
                <a:ext uri="{FF2B5EF4-FFF2-40B4-BE49-F238E27FC236}">
                  <a16:creationId xmlns:a16="http://schemas.microsoft.com/office/drawing/2014/main" id="{F2BA4C62-B066-8800-0457-72E7056BA582}"/>
                </a:ext>
              </a:extLst>
            </p:cNvPr>
            <p:cNvSpPr/>
            <p:nvPr/>
          </p:nvSpPr>
          <p:spPr>
            <a:xfrm>
              <a:off x="4389120" y="1947600"/>
              <a:ext cx="40680" cy="1919880"/>
            </a:xfrm>
            <a:prstGeom prst="rect">
              <a:avLst/>
            </a:prstGeom>
            <a:solidFill>
              <a:srgbClr val="B39BFF"/>
            </a:solidFill>
            <a:ln w="12600">
              <a:solidFill>
                <a:srgbClr val="B39BF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Shape 56">
              <a:extLst>
                <a:ext uri="{FF2B5EF4-FFF2-40B4-BE49-F238E27FC236}">
                  <a16:creationId xmlns:a16="http://schemas.microsoft.com/office/drawing/2014/main" id="{1329636C-BDA7-6857-9FD2-F1490F77BE8D}"/>
                </a:ext>
              </a:extLst>
            </p:cNvPr>
            <p:cNvSpPr/>
            <p:nvPr/>
          </p:nvSpPr>
          <p:spPr>
            <a:xfrm>
              <a:off x="4745880" y="2267640"/>
              <a:ext cx="82080" cy="82080"/>
            </a:xfrm>
            <a:prstGeom prst="ellipse">
              <a:avLst/>
            </a:prstGeom>
            <a:solidFill>
              <a:srgbClr val="B39BFF"/>
            </a:solidFill>
            <a:ln w="12600">
              <a:solidFill>
                <a:srgbClr val="B39BF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Shape 57">
              <a:extLst>
                <a:ext uri="{FF2B5EF4-FFF2-40B4-BE49-F238E27FC236}">
                  <a16:creationId xmlns:a16="http://schemas.microsoft.com/office/drawing/2014/main" id="{915897C4-0258-0DFE-97D7-8C5D11CCF974}"/>
                </a:ext>
              </a:extLst>
            </p:cNvPr>
            <p:cNvSpPr/>
            <p:nvPr/>
          </p:nvSpPr>
          <p:spPr>
            <a:xfrm>
              <a:off x="4658760" y="2203560"/>
              <a:ext cx="255600" cy="255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4760">
              <a:solidFill>
                <a:srgbClr val="B39B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!!srctext_1">
              <a:extLst>
                <a:ext uri="{FF2B5EF4-FFF2-40B4-BE49-F238E27FC236}">
                  <a16:creationId xmlns:a16="http://schemas.microsoft.com/office/drawing/2014/main" id="{727DF0AF-A07F-FC36-4E4A-8FB0F84FC65D}"/>
                </a:ext>
              </a:extLst>
            </p:cNvPr>
            <p:cNvSpPr/>
            <p:nvPr/>
          </p:nvSpPr>
          <p:spPr>
            <a:xfrm>
              <a:off x="500184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SNIFFER BUS</a:t>
              </a:r>
              <a:endPara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Shape 59">
              <a:extLst>
                <a:ext uri="{FF2B5EF4-FFF2-40B4-BE49-F238E27FC236}">
                  <a16:creationId xmlns:a16="http://schemas.microsoft.com/office/drawing/2014/main" id="{B3FA6AA7-5E2E-2C0F-9C6A-9750CDF823EC}"/>
                </a:ext>
              </a:extLst>
            </p:cNvPr>
            <p:cNvSpPr/>
            <p:nvPr/>
          </p:nvSpPr>
          <p:spPr>
            <a:xfrm>
              <a:off x="4617720" y="2660760"/>
              <a:ext cx="214848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Shape 60">
              <a:extLst>
                <a:ext uri="{FF2B5EF4-FFF2-40B4-BE49-F238E27FC236}">
                  <a16:creationId xmlns:a16="http://schemas.microsoft.com/office/drawing/2014/main" id="{1CC0A5F6-4E8C-467D-5112-4F9AD459E34B}"/>
                </a:ext>
              </a:extLst>
            </p:cNvPr>
            <p:cNvSpPr/>
            <p:nvPr/>
          </p:nvSpPr>
          <p:spPr>
            <a:xfrm>
              <a:off x="4617720" y="2853000"/>
              <a:ext cx="24501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Shape 61">
              <a:extLst>
                <a:ext uri="{FF2B5EF4-FFF2-40B4-BE49-F238E27FC236}">
                  <a16:creationId xmlns:a16="http://schemas.microsoft.com/office/drawing/2014/main" id="{E0C09B20-AC88-5504-F1DC-255A1948F1EA}"/>
                </a:ext>
              </a:extLst>
            </p:cNvPr>
            <p:cNvSpPr/>
            <p:nvPr/>
          </p:nvSpPr>
          <p:spPr>
            <a:xfrm>
              <a:off x="4617720" y="3044880"/>
              <a:ext cx="148104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Shape 62">
              <a:extLst>
                <a:ext uri="{FF2B5EF4-FFF2-40B4-BE49-F238E27FC236}">
                  <a16:creationId xmlns:a16="http://schemas.microsoft.com/office/drawing/2014/main" id="{1D94BDE1-C31E-930B-286C-3B31DE88851C}"/>
                </a:ext>
              </a:extLst>
            </p:cNvPr>
            <p:cNvSpPr/>
            <p:nvPr/>
          </p:nvSpPr>
          <p:spPr>
            <a:xfrm>
              <a:off x="4617720" y="3237120"/>
              <a:ext cx="219420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" name="Text 77">
            <a:extLst>
              <a:ext uri="{FF2B5EF4-FFF2-40B4-BE49-F238E27FC236}">
                <a16:creationId xmlns:a16="http://schemas.microsoft.com/office/drawing/2014/main" id="{93D769A6-00E2-E43C-DE46-83C99C3BA7ED}"/>
              </a:ext>
            </a:extLst>
          </p:cNvPr>
          <p:cNvSpPr/>
          <p:nvPr/>
        </p:nvSpPr>
        <p:spPr>
          <a:xfrm>
            <a:off x="704160" y="464508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RECONCILE TIMESTAMPS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8">
            <a:extLst>
              <a:ext uri="{FF2B5EF4-FFF2-40B4-BE49-F238E27FC236}">
                <a16:creationId xmlns:a16="http://schemas.microsoft.com/office/drawing/2014/main" id="{02A557E4-9D49-32B0-43B9-4CFFB9A90D10}"/>
              </a:ext>
            </a:extLst>
          </p:cNvPr>
          <p:cNvSpPr/>
          <p:nvPr/>
        </p:nvSpPr>
        <p:spPr>
          <a:xfrm>
            <a:off x="4425840" y="464508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CONNECT EVENTS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9">
            <a:extLst>
              <a:ext uri="{FF2B5EF4-FFF2-40B4-BE49-F238E27FC236}">
                <a16:creationId xmlns:a16="http://schemas.microsoft.com/office/drawing/2014/main" id="{802E706B-DB9F-D07B-FBE8-D69A0E9A99B0}"/>
              </a:ext>
            </a:extLst>
          </p:cNvPr>
          <p:cNvSpPr/>
          <p:nvPr/>
        </p:nvSpPr>
        <p:spPr>
          <a:xfrm>
            <a:off x="8147160" y="4645080"/>
            <a:ext cx="3145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FIND THE CAUSE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0">
            <a:extLst>
              <a:ext uri="{FF2B5EF4-FFF2-40B4-BE49-F238E27FC236}">
                <a16:creationId xmlns:a16="http://schemas.microsoft.com/office/drawing/2014/main" id="{12616844-09A9-14B4-5800-10DFF2AC3C4F}"/>
              </a:ext>
            </a:extLst>
          </p:cNvPr>
          <p:cNvSpPr/>
          <p:nvPr/>
        </p:nvSpPr>
        <p:spPr>
          <a:xfrm>
            <a:off x="685800" y="5266800"/>
            <a:ext cx="10798560" cy="74952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36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81">
            <a:extLst>
              <a:ext uri="{FF2B5EF4-FFF2-40B4-BE49-F238E27FC236}">
                <a16:creationId xmlns:a16="http://schemas.microsoft.com/office/drawing/2014/main" id="{A0D70B3F-0676-EF99-F137-22F22DFB0720}"/>
              </a:ext>
            </a:extLst>
          </p:cNvPr>
          <p:cNvSpPr/>
          <p:nvPr/>
        </p:nvSpPr>
        <p:spPr>
          <a:xfrm>
            <a:off x="685800" y="5266800"/>
            <a:ext cx="50040" cy="749520"/>
          </a:xfrm>
          <a:prstGeom prst="rect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2">
            <a:extLst>
              <a:ext uri="{FF2B5EF4-FFF2-40B4-BE49-F238E27FC236}">
                <a16:creationId xmlns:a16="http://schemas.microsoft.com/office/drawing/2014/main" id="{14993D45-238A-3445-2630-6799F5E639A4}"/>
              </a:ext>
            </a:extLst>
          </p:cNvPr>
          <p:cNvSpPr/>
          <p:nvPr/>
        </p:nvSpPr>
        <p:spPr>
          <a:xfrm>
            <a:off x="951120" y="5449680"/>
            <a:ext cx="594324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HOURS OF MANUAL CORRELATION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3">
            <a:extLst>
              <a:ext uri="{FF2B5EF4-FFF2-40B4-BE49-F238E27FC236}">
                <a16:creationId xmlns:a16="http://schemas.microsoft.com/office/drawing/2014/main" id="{C9B8A606-661A-8387-28E8-6DBE4603C354}"/>
              </a:ext>
            </a:extLst>
          </p:cNvPr>
          <p:cNvSpPr/>
          <p:nvPr/>
        </p:nvSpPr>
        <p:spPr>
          <a:xfrm>
            <a:off x="7644240" y="5486400"/>
            <a:ext cx="3419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27278"/>
                </a:solidFill>
                <a:effectLst/>
                <a:uFillTx/>
                <a:latin typeface="Inter"/>
                <a:ea typeface="Inter"/>
              </a:rPr>
              <a:t>Before any lesson can be learned.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4">
            <a:extLst>
              <a:ext uri="{FF2B5EF4-FFF2-40B4-BE49-F238E27FC236}">
                <a16:creationId xmlns:a16="http://schemas.microsoft.com/office/drawing/2014/main" id="{1277AF3E-1F41-3D96-D1FA-7C0C08BAE5AC}"/>
              </a:ext>
            </a:extLst>
          </p:cNvPr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5">
            <a:extLst>
              <a:ext uri="{FF2B5EF4-FFF2-40B4-BE49-F238E27FC236}">
                <a16:creationId xmlns:a16="http://schemas.microsoft.com/office/drawing/2014/main" id="{ECB085E1-9A9E-2AB7-FB12-6B892CBA1063}"/>
              </a:ext>
            </a:extLst>
          </p:cNvPr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7">
            <a:extLst>
              <a:ext uri="{FF2B5EF4-FFF2-40B4-BE49-F238E27FC236}">
                <a16:creationId xmlns:a16="http://schemas.microsoft.com/office/drawing/2014/main" id="{90BECF45-7041-AC81-C940-DAE5FC5E97E8}"/>
              </a:ext>
            </a:extLst>
          </p:cNvPr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00FA84-6C0E-9239-ADC9-66EEAA506BC3}"/>
              </a:ext>
            </a:extLst>
          </p:cNvPr>
          <p:cNvSpPr/>
          <p:nvPr/>
        </p:nvSpPr>
        <p:spPr>
          <a:xfrm>
            <a:off x="2127583" y="4369508"/>
            <a:ext cx="212777" cy="210773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2345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DBB71-CF93-70B4-81CF-9F846728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1">
            <a:extLst>
              <a:ext uri="{FF2B5EF4-FFF2-40B4-BE49-F238E27FC236}">
                <a16:creationId xmlns:a16="http://schemas.microsoft.com/office/drawing/2014/main" id="{A9CA154D-DCA3-8EAB-7C2F-18A3A7129683}"/>
              </a:ext>
            </a:extLst>
          </p:cNvPr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>
            <a:extLst>
              <a:ext uri="{FF2B5EF4-FFF2-40B4-BE49-F238E27FC236}">
                <a16:creationId xmlns:a16="http://schemas.microsoft.com/office/drawing/2014/main" id="{F8700A61-5AA2-32FE-F904-31313275FD39}"/>
              </a:ext>
            </a:extLst>
          </p:cNvPr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>
            <a:extLst>
              <a:ext uri="{FF2B5EF4-FFF2-40B4-BE49-F238E27FC236}">
                <a16:creationId xmlns:a16="http://schemas.microsoft.com/office/drawing/2014/main" id="{5076C02E-2769-5D91-9E4D-75F03041DB9F}"/>
              </a:ext>
            </a:extLst>
          </p:cNvPr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>
            <a:extLst>
              <a:ext uri="{FF2B5EF4-FFF2-40B4-BE49-F238E27FC236}">
                <a16:creationId xmlns:a16="http://schemas.microsoft.com/office/drawing/2014/main" id="{3A2A2706-C9EB-23CF-5C91-40FBAD6C6765}"/>
              </a:ext>
            </a:extLst>
          </p:cNvPr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>
            <a:extLst>
              <a:ext uri="{FF2B5EF4-FFF2-40B4-BE49-F238E27FC236}">
                <a16:creationId xmlns:a16="http://schemas.microsoft.com/office/drawing/2014/main" id="{719B0437-AA62-0A4B-2164-050B6CE32226}"/>
              </a:ext>
            </a:extLst>
          </p:cNvPr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">
            <a:extLst>
              <a:ext uri="{FF2B5EF4-FFF2-40B4-BE49-F238E27FC236}">
                <a16:creationId xmlns:a16="http://schemas.microsoft.com/office/drawing/2014/main" id="{D06B6958-BC8D-9F73-E53A-F92D4E49AC63}"/>
              </a:ext>
            </a:extLst>
          </p:cNvPr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>
            <a:extLst>
              <a:ext uri="{FF2B5EF4-FFF2-40B4-BE49-F238E27FC236}">
                <a16:creationId xmlns:a16="http://schemas.microsoft.com/office/drawing/2014/main" id="{D57292F5-2565-F189-84CC-7ABF3B175050}"/>
              </a:ext>
            </a:extLst>
          </p:cNvPr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>
            <a:extLst>
              <a:ext uri="{FF2B5EF4-FFF2-40B4-BE49-F238E27FC236}">
                <a16:creationId xmlns:a16="http://schemas.microsoft.com/office/drawing/2014/main" id="{276BF7EE-218D-3160-6AD7-CBF0B0E2A3D6}"/>
              </a:ext>
            </a:extLst>
          </p:cNvPr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221A789A-7151-0C5A-11A3-7C72E56A0EF8}"/>
              </a:ext>
            </a:extLst>
          </p:cNvPr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7DA5465E-DDDB-0344-0482-06675CDCE8A2}"/>
              </a:ext>
            </a:extLst>
          </p:cNvPr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95C95F2D-B340-0BE9-A279-7CD038E5487E}"/>
              </a:ext>
            </a:extLst>
          </p:cNvPr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>
            <a:extLst>
              <a:ext uri="{FF2B5EF4-FFF2-40B4-BE49-F238E27FC236}">
                <a16:creationId xmlns:a16="http://schemas.microsoft.com/office/drawing/2014/main" id="{428DC6ED-5903-0F00-C4BB-28CB5F55E975}"/>
              </a:ext>
            </a:extLst>
          </p:cNvPr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>
            <a:extLst>
              <a:ext uri="{FF2B5EF4-FFF2-40B4-BE49-F238E27FC236}">
                <a16:creationId xmlns:a16="http://schemas.microsoft.com/office/drawing/2014/main" id="{EAF52488-89AB-8DE7-9981-167FF7987528}"/>
              </a:ext>
            </a:extLst>
          </p:cNvPr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>
            <a:extLst>
              <a:ext uri="{FF2B5EF4-FFF2-40B4-BE49-F238E27FC236}">
                <a16:creationId xmlns:a16="http://schemas.microsoft.com/office/drawing/2014/main" id="{C5020741-F8A6-19A7-8540-4E4BF151A7CF}"/>
              </a:ext>
            </a:extLst>
          </p:cNvPr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>
            <a:extLst>
              <a:ext uri="{FF2B5EF4-FFF2-40B4-BE49-F238E27FC236}">
                <a16:creationId xmlns:a16="http://schemas.microsoft.com/office/drawing/2014/main" id="{31508E1B-E0E3-2A98-7C58-C3FE13BC26B3}"/>
              </a:ext>
            </a:extLst>
          </p:cNvPr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>
            <a:extLst>
              <a:ext uri="{FF2B5EF4-FFF2-40B4-BE49-F238E27FC236}">
                <a16:creationId xmlns:a16="http://schemas.microsoft.com/office/drawing/2014/main" id="{CBCDD0F4-9DA5-00E0-4167-AEAE075343A2}"/>
              </a:ext>
            </a:extLst>
          </p:cNvPr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7">
            <a:extLst>
              <a:ext uri="{FF2B5EF4-FFF2-40B4-BE49-F238E27FC236}">
                <a16:creationId xmlns:a16="http://schemas.microsoft.com/office/drawing/2014/main" id="{38C9D831-998D-0488-E9FF-E095F43A11BB}"/>
              </a:ext>
            </a:extLst>
          </p:cNvPr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>
            <a:extLst>
              <a:ext uri="{FF2B5EF4-FFF2-40B4-BE49-F238E27FC236}">
                <a16:creationId xmlns:a16="http://schemas.microsoft.com/office/drawing/2014/main" id="{383AC1C3-6B11-2DF5-EF94-B955C6DAC14E}"/>
              </a:ext>
            </a:extLst>
          </p:cNvPr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>
            <a:extLst>
              <a:ext uri="{FF2B5EF4-FFF2-40B4-BE49-F238E27FC236}">
                <a16:creationId xmlns:a16="http://schemas.microsoft.com/office/drawing/2014/main" id="{F75E586C-591A-CD4F-0033-8FE4B6B4E811}"/>
              </a:ext>
            </a:extLst>
          </p:cNvPr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>
            <a:extLst>
              <a:ext uri="{FF2B5EF4-FFF2-40B4-BE49-F238E27FC236}">
                <a16:creationId xmlns:a16="http://schemas.microsoft.com/office/drawing/2014/main" id="{EC295343-0274-503F-CA1E-F904D2E2640D}"/>
              </a:ext>
            </a:extLst>
          </p:cNvPr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">
            <a:extLst>
              <a:ext uri="{FF2B5EF4-FFF2-40B4-BE49-F238E27FC236}">
                <a16:creationId xmlns:a16="http://schemas.microsoft.com/office/drawing/2014/main" id="{A638AB7C-FF1A-C30E-D99B-8BB59FAF55B1}"/>
              </a:ext>
            </a:extLst>
          </p:cNvPr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>
            <a:extLst>
              <a:ext uri="{FF2B5EF4-FFF2-40B4-BE49-F238E27FC236}">
                <a16:creationId xmlns:a16="http://schemas.microsoft.com/office/drawing/2014/main" id="{5CFDADC1-8F4A-979D-7BAC-3796FCABC462}"/>
              </a:ext>
            </a:extLst>
          </p:cNvPr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4F353BB2-A625-44B9-910F-CADECC39AB74}"/>
              </a:ext>
            </a:extLst>
          </p:cNvPr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4">
            <a:extLst>
              <a:ext uri="{FF2B5EF4-FFF2-40B4-BE49-F238E27FC236}">
                <a16:creationId xmlns:a16="http://schemas.microsoft.com/office/drawing/2014/main" id="{C11BFE34-ABB8-6CC9-C588-FE659D701699}"/>
              </a:ext>
            </a:extLst>
          </p:cNvPr>
          <p:cNvSpPr/>
          <p:nvPr/>
        </p:nvSpPr>
        <p:spPr>
          <a:xfrm>
            <a:off x="0" y="3200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5">
            <a:extLst>
              <a:ext uri="{FF2B5EF4-FFF2-40B4-BE49-F238E27FC236}">
                <a16:creationId xmlns:a16="http://schemas.microsoft.com/office/drawing/2014/main" id="{38B6325A-3801-5B54-868F-5A28D511FDD1}"/>
              </a:ext>
            </a:extLst>
          </p:cNvPr>
          <p:cNvSpPr/>
          <p:nvPr/>
        </p:nvSpPr>
        <p:spPr>
          <a:xfrm>
            <a:off x="0" y="8229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6">
            <a:extLst>
              <a:ext uri="{FF2B5EF4-FFF2-40B4-BE49-F238E27FC236}">
                <a16:creationId xmlns:a16="http://schemas.microsoft.com/office/drawing/2014/main" id="{FA2CA459-50D7-8D7C-296E-8BA01AE577E1}"/>
              </a:ext>
            </a:extLst>
          </p:cNvPr>
          <p:cNvSpPr/>
          <p:nvPr/>
        </p:nvSpPr>
        <p:spPr>
          <a:xfrm>
            <a:off x="0" y="13258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7">
            <a:extLst>
              <a:ext uri="{FF2B5EF4-FFF2-40B4-BE49-F238E27FC236}">
                <a16:creationId xmlns:a16="http://schemas.microsoft.com/office/drawing/2014/main" id="{B8D72E89-A0F9-77D3-D8A9-2F6A57D08721}"/>
              </a:ext>
            </a:extLst>
          </p:cNvPr>
          <p:cNvSpPr/>
          <p:nvPr/>
        </p:nvSpPr>
        <p:spPr>
          <a:xfrm>
            <a:off x="0" y="18288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>
            <a:extLst>
              <a:ext uri="{FF2B5EF4-FFF2-40B4-BE49-F238E27FC236}">
                <a16:creationId xmlns:a16="http://schemas.microsoft.com/office/drawing/2014/main" id="{977C1FE0-029A-E6E4-8841-0555103DB9B6}"/>
              </a:ext>
            </a:extLst>
          </p:cNvPr>
          <p:cNvSpPr/>
          <p:nvPr/>
        </p:nvSpPr>
        <p:spPr>
          <a:xfrm>
            <a:off x="0" y="23317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9">
            <a:extLst>
              <a:ext uri="{FF2B5EF4-FFF2-40B4-BE49-F238E27FC236}">
                <a16:creationId xmlns:a16="http://schemas.microsoft.com/office/drawing/2014/main" id="{E8CB9199-3BBA-A33E-55B0-07440211E1CA}"/>
              </a:ext>
            </a:extLst>
          </p:cNvPr>
          <p:cNvSpPr/>
          <p:nvPr/>
        </p:nvSpPr>
        <p:spPr>
          <a:xfrm>
            <a:off x="0" y="28346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0">
            <a:extLst>
              <a:ext uri="{FF2B5EF4-FFF2-40B4-BE49-F238E27FC236}">
                <a16:creationId xmlns:a16="http://schemas.microsoft.com/office/drawing/2014/main" id="{2AB13F6D-A25D-1255-D625-5A301C8EDF88}"/>
              </a:ext>
            </a:extLst>
          </p:cNvPr>
          <p:cNvSpPr/>
          <p:nvPr/>
        </p:nvSpPr>
        <p:spPr>
          <a:xfrm>
            <a:off x="0" y="33375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1">
            <a:extLst>
              <a:ext uri="{FF2B5EF4-FFF2-40B4-BE49-F238E27FC236}">
                <a16:creationId xmlns:a16="http://schemas.microsoft.com/office/drawing/2014/main" id="{180F1800-B07D-FE81-1223-A0B528C7E8D7}"/>
              </a:ext>
            </a:extLst>
          </p:cNvPr>
          <p:cNvSpPr/>
          <p:nvPr/>
        </p:nvSpPr>
        <p:spPr>
          <a:xfrm>
            <a:off x="0" y="38404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2">
            <a:extLst>
              <a:ext uri="{FF2B5EF4-FFF2-40B4-BE49-F238E27FC236}">
                <a16:creationId xmlns:a16="http://schemas.microsoft.com/office/drawing/2014/main" id="{47789BF4-17B1-BEEA-7920-6A7FFD885757}"/>
              </a:ext>
            </a:extLst>
          </p:cNvPr>
          <p:cNvSpPr/>
          <p:nvPr/>
        </p:nvSpPr>
        <p:spPr>
          <a:xfrm>
            <a:off x="0" y="43434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3">
            <a:extLst>
              <a:ext uri="{FF2B5EF4-FFF2-40B4-BE49-F238E27FC236}">
                <a16:creationId xmlns:a16="http://schemas.microsoft.com/office/drawing/2014/main" id="{E61D3F05-8D2C-FEE6-45FA-1FC9A3A56986}"/>
              </a:ext>
            </a:extLst>
          </p:cNvPr>
          <p:cNvSpPr/>
          <p:nvPr/>
        </p:nvSpPr>
        <p:spPr>
          <a:xfrm>
            <a:off x="0" y="48463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4">
            <a:extLst>
              <a:ext uri="{FF2B5EF4-FFF2-40B4-BE49-F238E27FC236}">
                <a16:creationId xmlns:a16="http://schemas.microsoft.com/office/drawing/2014/main" id="{2102B8F3-04EE-6434-4868-7A4962BE7F98}"/>
              </a:ext>
            </a:extLst>
          </p:cNvPr>
          <p:cNvSpPr/>
          <p:nvPr/>
        </p:nvSpPr>
        <p:spPr>
          <a:xfrm>
            <a:off x="0" y="53492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5">
            <a:extLst>
              <a:ext uri="{FF2B5EF4-FFF2-40B4-BE49-F238E27FC236}">
                <a16:creationId xmlns:a16="http://schemas.microsoft.com/office/drawing/2014/main" id="{3EEE00BB-A581-057A-A0F3-1C204D754608}"/>
              </a:ext>
            </a:extLst>
          </p:cNvPr>
          <p:cNvSpPr/>
          <p:nvPr/>
        </p:nvSpPr>
        <p:spPr>
          <a:xfrm>
            <a:off x="0" y="58521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6">
            <a:extLst>
              <a:ext uri="{FF2B5EF4-FFF2-40B4-BE49-F238E27FC236}">
                <a16:creationId xmlns:a16="http://schemas.microsoft.com/office/drawing/2014/main" id="{57DC83C6-DE3A-ED8E-1456-58FB7503118C}"/>
              </a:ext>
            </a:extLst>
          </p:cNvPr>
          <p:cNvSpPr/>
          <p:nvPr/>
        </p:nvSpPr>
        <p:spPr>
          <a:xfrm>
            <a:off x="0" y="63550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7">
            <a:extLst>
              <a:ext uri="{FF2B5EF4-FFF2-40B4-BE49-F238E27FC236}">
                <a16:creationId xmlns:a16="http://schemas.microsoft.com/office/drawing/2014/main" id="{AB3F614D-0C90-C88F-85D9-88A3B20D3C73}"/>
              </a:ext>
            </a:extLst>
          </p:cNvPr>
          <p:cNvSpPr/>
          <p:nvPr/>
        </p:nvSpPr>
        <p:spPr>
          <a:xfrm>
            <a:off x="0" y="68580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8">
            <a:extLst>
              <a:ext uri="{FF2B5EF4-FFF2-40B4-BE49-F238E27FC236}">
                <a16:creationId xmlns:a16="http://schemas.microsoft.com/office/drawing/2014/main" id="{7BDB9427-86A0-0E61-D703-8D7BF061154E}"/>
              </a:ext>
            </a:extLst>
          </p:cNvPr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9">
            <a:extLst>
              <a:ext uri="{FF2B5EF4-FFF2-40B4-BE49-F238E27FC236}">
                <a16:creationId xmlns:a16="http://schemas.microsoft.com/office/drawing/2014/main" id="{FF70CD0A-D561-C411-25B7-B933C8B77BE8}"/>
              </a:ext>
            </a:extLst>
          </p:cNvPr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0">
            <a:extLst>
              <a:ext uri="{FF2B5EF4-FFF2-40B4-BE49-F238E27FC236}">
                <a16:creationId xmlns:a16="http://schemas.microsoft.com/office/drawing/2014/main" id="{E13C04A8-37E2-E22A-E69B-017DF389450D}"/>
              </a:ext>
            </a:extLst>
          </p:cNvPr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01 / THE CHALLENGE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1">
            <a:extLst>
              <a:ext uri="{FF2B5EF4-FFF2-40B4-BE49-F238E27FC236}">
                <a16:creationId xmlns:a16="http://schemas.microsoft.com/office/drawing/2014/main" id="{AF16C8F4-D8E6-EB88-32FF-42A2DB30D721}"/>
              </a:ext>
            </a:extLst>
          </p:cNvPr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The data exists. The story is missing.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2">
            <a:extLst>
              <a:ext uri="{FF2B5EF4-FFF2-40B4-BE49-F238E27FC236}">
                <a16:creationId xmlns:a16="http://schemas.microsoft.com/office/drawing/2014/main" id="{E1D9F79A-3352-8056-7B6C-1DA0865B4EEE}"/>
              </a:ext>
            </a:extLst>
          </p:cNvPr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When incidents happen, investigators must reconstruct the truth across disconnected sources.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3">
            <a:extLst>
              <a:ext uri="{FF2B5EF4-FFF2-40B4-BE49-F238E27FC236}">
                <a16:creationId xmlns:a16="http://schemas.microsoft.com/office/drawing/2014/main" id="{C2CE402A-69CC-7B55-6701-575C93E771DA}"/>
              </a:ext>
            </a:extLst>
          </p:cNvPr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BEF99D-6193-2A5E-5A97-8FDC2D5A14EC}"/>
              </a:ext>
            </a:extLst>
          </p:cNvPr>
          <p:cNvGrpSpPr/>
          <p:nvPr/>
        </p:nvGrpSpPr>
        <p:grpSpPr>
          <a:xfrm>
            <a:off x="658440" y="1947600"/>
            <a:ext cx="3428640" cy="1919880"/>
            <a:chOff x="658440" y="1947600"/>
            <a:chExt cx="3428640" cy="1919880"/>
          </a:xfrm>
        </p:grpSpPr>
        <p:sp>
          <p:nvSpPr>
            <p:cNvPr id="113" name="!!src_0">
              <a:extLst>
                <a:ext uri="{FF2B5EF4-FFF2-40B4-BE49-F238E27FC236}">
                  <a16:creationId xmlns:a16="http://schemas.microsoft.com/office/drawing/2014/main" id="{AEDE3C07-B486-D251-EA68-14864C697E3A}"/>
                </a:ext>
              </a:extLst>
            </p:cNvPr>
            <p:cNvSpPr/>
            <p:nvPr/>
          </p:nvSpPr>
          <p:spPr>
            <a:xfrm>
              <a:off x="65844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!!srcline_0">
              <a:extLst>
                <a:ext uri="{FF2B5EF4-FFF2-40B4-BE49-F238E27FC236}">
                  <a16:creationId xmlns:a16="http://schemas.microsoft.com/office/drawing/2014/main" id="{46DEDE04-287C-7EE9-DF95-057EDC3CD543}"/>
                </a:ext>
              </a:extLst>
            </p:cNvPr>
            <p:cNvSpPr/>
            <p:nvPr/>
          </p:nvSpPr>
          <p:spPr>
            <a:xfrm>
              <a:off x="658440" y="1947600"/>
              <a:ext cx="40680" cy="1919880"/>
            </a:xfrm>
            <a:prstGeom prst="rect">
              <a:avLst/>
            </a:prstGeom>
            <a:solidFill>
              <a:srgbClr val="53D5D2"/>
            </a:solidFill>
            <a:ln w="12600">
              <a:solidFill>
                <a:srgbClr val="53D5D2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Shape 46">
              <a:extLst>
                <a:ext uri="{FF2B5EF4-FFF2-40B4-BE49-F238E27FC236}">
                  <a16:creationId xmlns:a16="http://schemas.microsoft.com/office/drawing/2014/main" id="{61D8E26A-606C-3382-2C33-D121E5BE6DAD}"/>
                </a:ext>
              </a:extLst>
            </p:cNvPr>
            <p:cNvSpPr/>
            <p:nvPr/>
          </p:nvSpPr>
          <p:spPr>
            <a:xfrm>
              <a:off x="905400" y="2157840"/>
              <a:ext cx="246600" cy="255600"/>
            </a:xfrm>
            <a:prstGeom prst="rect">
              <a:avLst/>
            </a:prstGeom>
            <a:solidFill>
              <a:srgbClr val="182B41"/>
            </a:solidFill>
            <a:ln w="176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Shape 47">
              <a:extLst>
                <a:ext uri="{FF2B5EF4-FFF2-40B4-BE49-F238E27FC236}">
                  <a16:creationId xmlns:a16="http://schemas.microsoft.com/office/drawing/2014/main" id="{AB1801E6-6235-CEB0-2D8E-E117C7EB628C}"/>
                </a:ext>
              </a:extLst>
            </p:cNvPr>
            <p:cNvSpPr/>
            <p:nvPr/>
          </p:nvSpPr>
          <p:spPr>
            <a:xfrm>
              <a:off x="955440" y="2235600"/>
              <a:ext cx="150840" cy="360"/>
            </a:xfrm>
            <a:prstGeom prst="line">
              <a:avLst/>
            </a:prstGeom>
            <a:ln w="140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Shape 48">
              <a:extLst>
                <a:ext uri="{FF2B5EF4-FFF2-40B4-BE49-F238E27FC236}">
                  <a16:creationId xmlns:a16="http://schemas.microsoft.com/office/drawing/2014/main" id="{2F59D224-6111-F5E4-8D61-360503F222C1}"/>
                </a:ext>
              </a:extLst>
            </p:cNvPr>
            <p:cNvSpPr/>
            <p:nvPr/>
          </p:nvSpPr>
          <p:spPr>
            <a:xfrm>
              <a:off x="955440" y="2304000"/>
              <a:ext cx="123480" cy="360"/>
            </a:xfrm>
            <a:prstGeom prst="line">
              <a:avLst/>
            </a:prstGeom>
            <a:ln w="140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!!srctext_0">
              <a:extLst>
                <a:ext uri="{FF2B5EF4-FFF2-40B4-BE49-F238E27FC236}">
                  <a16:creationId xmlns:a16="http://schemas.microsoft.com/office/drawing/2014/main" id="{1D044364-D325-A141-216A-36E4A690A55F}"/>
                </a:ext>
              </a:extLst>
            </p:cNvPr>
            <p:cNvSpPr/>
            <p:nvPr/>
          </p:nvSpPr>
          <p:spPr>
            <a:xfrm>
              <a:off x="127116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 dirty="0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SYSTEM LOGS</a:t>
              </a:r>
              <a:endParaRPr lang="en-US" sz="11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Shape 50">
              <a:extLst>
                <a:ext uri="{FF2B5EF4-FFF2-40B4-BE49-F238E27FC236}">
                  <a16:creationId xmlns:a16="http://schemas.microsoft.com/office/drawing/2014/main" id="{B2422E14-3619-9FF0-E67D-87538B98127C}"/>
                </a:ext>
              </a:extLst>
            </p:cNvPr>
            <p:cNvSpPr/>
            <p:nvPr/>
          </p:nvSpPr>
          <p:spPr>
            <a:xfrm>
              <a:off x="887040" y="2660760"/>
              <a:ext cx="246852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Shape 51">
              <a:extLst>
                <a:ext uri="{FF2B5EF4-FFF2-40B4-BE49-F238E27FC236}">
                  <a16:creationId xmlns:a16="http://schemas.microsoft.com/office/drawing/2014/main" id="{A7E4BF4B-538C-FE97-1CD5-4F6ACBBE6C1D}"/>
                </a:ext>
              </a:extLst>
            </p:cNvPr>
            <p:cNvSpPr/>
            <p:nvPr/>
          </p:nvSpPr>
          <p:spPr>
            <a:xfrm>
              <a:off x="887040" y="2853000"/>
              <a:ext cx="202968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Shape 52">
              <a:extLst>
                <a:ext uri="{FF2B5EF4-FFF2-40B4-BE49-F238E27FC236}">
                  <a16:creationId xmlns:a16="http://schemas.microsoft.com/office/drawing/2014/main" id="{460B22E1-5855-3A11-FF32-706E97D9AA58}"/>
                </a:ext>
              </a:extLst>
            </p:cNvPr>
            <p:cNvSpPr/>
            <p:nvPr/>
          </p:nvSpPr>
          <p:spPr>
            <a:xfrm>
              <a:off x="887040" y="3044880"/>
              <a:ext cx="159984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Shape 53">
              <a:extLst>
                <a:ext uri="{FF2B5EF4-FFF2-40B4-BE49-F238E27FC236}">
                  <a16:creationId xmlns:a16="http://schemas.microsoft.com/office/drawing/2014/main" id="{95BBB2B5-041F-AAD8-477E-ADA5B38708BD}"/>
                </a:ext>
              </a:extLst>
            </p:cNvPr>
            <p:cNvSpPr/>
            <p:nvPr/>
          </p:nvSpPr>
          <p:spPr>
            <a:xfrm>
              <a:off x="887040" y="3237120"/>
              <a:ext cx="23313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551369B-A3FF-8C6F-66C6-871C540FA877}"/>
              </a:ext>
            </a:extLst>
          </p:cNvPr>
          <p:cNvGrpSpPr/>
          <p:nvPr/>
        </p:nvGrpSpPr>
        <p:grpSpPr>
          <a:xfrm>
            <a:off x="8110800" y="1947600"/>
            <a:ext cx="3428640" cy="1919880"/>
            <a:chOff x="8110800" y="1947600"/>
            <a:chExt cx="3428640" cy="1919880"/>
          </a:xfrm>
        </p:grpSpPr>
        <p:sp>
          <p:nvSpPr>
            <p:cNvPr id="132" name="!!src_2">
              <a:extLst>
                <a:ext uri="{FF2B5EF4-FFF2-40B4-BE49-F238E27FC236}">
                  <a16:creationId xmlns:a16="http://schemas.microsoft.com/office/drawing/2014/main" id="{4FBD5D0D-4CEC-24B5-BEDA-52C7EBB3A33D}"/>
                </a:ext>
              </a:extLst>
            </p:cNvPr>
            <p:cNvSpPr/>
            <p:nvPr/>
          </p:nvSpPr>
          <p:spPr>
            <a:xfrm>
              <a:off x="811080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!!srcline_2">
              <a:extLst>
                <a:ext uri="{FF2B5EF4-FFF2-40B4-BE49-F238E27FC236}">
                  <a16:creationId xmlns:a16="http://schemas.microsoft.com/office/drawing/2014/main" id="{34FE371A-9BBB-6227-C1B0-772AA444B14C}"/>
                </a:ext>
              </a:extLst>
            </p:cNvPr>
            <p:cNvSpPr/>
            <p:nvPr/>
          </p:nvSpPr>
          <p:spPr>
            <a:xfrm>
              <a:off x="8110800" y="1947600"/>
              <a:ext cx="40680" cy="1919880"/>
            </a:xfrm>
            <a:prstGeom prst="rect">
              <a:avLst/>
            </a:prstGeom>
            <a:solidFill>
              <a:srgbClr val="F2C477"/>
            </a:solidFill>
            <a:ln w="12600">
              <a:solidFill>
                <a:srgbClr val="F2C477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Shape 65">
              <a:extLst>
                <a:ext uri="{FF2B5EF4-FFF2-40B4-BE49-F238E27FC236}">
                  <a16:creationId xmlns:a16="http://schemas.microsoft.com/office/drawing/2014/main" id="{C25EA9F2-1497-A232-B385-13DB3EFED1F0}"/>
                </a:ext>
              </a:extLst>
            </p:cNvPr>
            <p:cNvSpPr/>
            <p:nvPr/>
          </p:nvSpPr>
          <p:spPr>
            <a:xfrm>
              <a:off x="8375760" y="2148840"/>
              <a:ext cx="246600" cy="273960"/>
            </a:xfrm>
            <a:prstGeom prst="rect">
              <a:avLst/>
            </a:prstGeom>
            <a:solidFill>
              <a:srgbClr val="182B41"/>
            </a:solidFill>
            <a:ln w="1656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Shape 66">
              <a:extLst>
                <a:ext uri="{FF2B5EF4-FFF2-40B4-BE49-F238E27FC236}">
                  <a16:creationId xmlns:a16="http://schemas.microsoft.com/office/drawing/2014/main" id="{A5A227EA-9DD9-93C5-39EF-2FDCC2ABBC01}"/>
                </a:ext>
              </a:extLst>
            </p:cNvPr>
            <p:cNvSpPr/>
            <p:nvPr/>
          </p:nvSpPr>
          <p:spPr>
            <a:xfrm>
              <a:off x="8430480" y="2230920"/>
              <a:ext cx="14652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Shape 67">
              <a:extLst>
                <a:ext uri="{FF2B5EF4-FFF2-40B4-BE49-F238E27FC236}">
                  <a16:creationId xmlns:a16="http://schemas.microsoft.com/office/drawing/2014/main" id="{0CE4A7B5-261B-8E7C-F66F-5CB8F78BF315}"/>
                </a:ext>
              </a:extLst>
            </p:cNvPr>
            <p:cNvSpPr/>
            <p:nvPr/>
          </p:nvSpPr>
          <p:spPr>
            <a:xfrm>
              <a:off x="8430480" y="2295000"/>
              <a:ext cx="11916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Shape 68">
              <a:extLst>
                <a:ext uri="{FF2B5EF4-FFF2-40B4-BE49-F238E27FC236}">
                  <a16:creationId xmlns:a16="http://schemas.microsoft.com/office/drawing/2014/main" id="{AEB751C3-BD06-927F-F124-1BB306C9042F}"/>
                </a:ext>
              </a:extLst>
            </p:cNvPr>
            <p:cNvSpPr/>
            <p:nvPr/>
          </p:nvSpPr>
          <p:spPr>
            <a:xfrm>
              <a:off x="8430480" y="2359080"/>
              <a:ext cx="12816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!!srctext_2">
              <a:extLst>
                <a:ext uri="{FF2B5EF4-FFF2-40B4-BE49-F238E27FC236}">
                  <a16:creationId xmlns:a16="http://schemas.microsoft.com/office/drawing/2014/main" id="{702281D6-D410-EC21-847C-5BAD561F0658}"/>
                </a:ext>
              </a:extLst>
            </p:cNvPr>
            <p:cNvSpPr/>
            <p:nvPr/>
          </p:nvSpPr>
          <p:spPr>
            <a:xfrm>
              <a:off x="872352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OPERATOR DIARY</a:t>
              </a:r>
              <a:endPara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Shape 70">
              <a:extLst>
                <a:ext uri="{FF2B5EF4-FFF2-40B4-BE49-F238E27FC236}">
                  <a16:creationId xmlns:a16="http://schemas.microsoft.com/office/drawing/2014/main" id="{A32F3B0E-69DD-2035-D133-7B5D91CBB309}"/>
                </a:ext>
              </a:extLst>
            </p:cNvPr>
            <p:cNvSpPr/>
            <p:nvPr/>
          </p:nvSpPr>
          <p:spPr>
            <a:xfrm>
              <a:off x="8339400" y="2660760"/>
              <a:ext cx="265140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Shape 71">
              <a:extLst>
                <a:ext uri="{FF2B5EF4-FFF2-40B4-BE49-F238E27FC236}">
                  <a16:creationId xmlns:a16="http://schemas.microsoft.com/office/drawing/2014/main" id="{EEC8490A-9EB5-DDB5-9A93-4E20DA21631A}"/>
                </a:ext>
              </a:extLst>
            </p:cNvPr>
            <p:cNvSpPr/>
            <p:nvPr/>
          </p:nvSpPr>
          <p:spPr>
            <a:xfrm>
              <a:off x="8339400" y="2853000"/>
              <a:ext cx="18741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Shape 72">
              <a:extLst>
                <a:ext uri="{FF2B5EF4-FFF2-40B4-BE49-F238E27FC236}">
                  <a16:creationId xmlns:a16="http://schemas.microsoft.com/office/drawing/2014/main" id="{6E71E75F-404B-C48D-FD44-140FAF78BD61}"/>
                </a:ext>
              </a:extLst>
            </p:cNvPr>
            <p:cNvSpPr/>
            <p:nvPr/>
          </p:nvSpPr>
          <p:spPr>
            <a:xfrm>
              <a:off x="8339400" y="3044880"/>
              <a:ext cx="23313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Shape 73">
              <a:extLst>
                <a:ext uri="{FF2B5EF4-FFF2-40B4-BE49-F238E27FC236}">
                  <a16:creationId xmlns:a16="http://schemas.microsoft.com/office/drawing/2014/main" id="{913E1016-EFAF-2957-4156-249C53B786AF}"/>
                </a:ext>
              </a:extLst>
            </p:cNvPr>
            <p:cNvSpPr/>
            <p:nvPr/>
          </p:nvSpPr>
          <p:spPr>
            <a:xfrm>
              <a:off x="8339400" y="3237120"/>
              <a:ext cx="164556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5F69678-1622-FF87-4ADA-335C0784A6EE}"/>
              </a:ext>
            </a:extLst>
          </p:cNvPr>
          <p:cNvGrpSpPr/>
          <p:nvPr/>
        </p:nvGrpSpPr>
        <p:grpSpPr>
          <a:xfrm>
            <a:off x="4389120" y="1947600"/>
            <a:ext cx="3428640" cy="1919880"/>
            <a:chOff x="4389120" y="1947600"/>
            <a:chExt cx="3428640" cy="1919880"/>
          </a:xfrm>
        </p:grpSpPr>
        <p:sp>
          <p:nvSpPr>
            <p:cNvPr id="123" name="!!src_1">
              <a:extLst>
                <a:ext uri="{FF2B5EF4-FFF2-40B4-BE49-F238E27FC236}">
                  <a16:creationId xmlns:a16="http://schemas.microsoft.com/office/drawing/2014/main" id="{F39F2B99-09E8-73D6-23E1-F0BCFB503579}"/>
                </a:ext>
              </a:extLst>
            </p:cNvPr>
            <p:cNvSpPr/>
            <p:nvPr/>
          </p:nvSpPr>
          <p:spPr>
            <a:xfrm>
              <a:off x="438912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!!srcline_1">
              <a:extLst>
                <a:ext uri="{FF2B5EF4-FFF2-40B4-BE49-F238E27FC236}">
                  <a16:creationId xmlns:a16="http://schemas.microsoft.com/office/drawing/2014/main" id="{D48210B2-0B56-89B0-6495-4A9D653EBEC6}"/>
                </a:ext>
              </a:extLst>
            </p:cNvPr>
            <p:cNvSpPr/>
            <p:nvPr/>
          </p:nvSpPr>
          <p:spPr>
            <a:xfrm>
              <a:off x="4389120" y="1947600"/>
              <a:ext cx="40680" cy="1919880"/>
            </a:xfrm>
            <a:prstGeom prst="rect">
              <a:avLst/>
            </a:prstGeom>
            <a:solidFill>
              <a:srgbClr val="B39BFF"/>
            </a:solidFill>
            <a:ln w="12600">
              <a:solidFill>
                <a:srgbClr val="B39BF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Shape 56">
              <a:extLst>
                <a:ext uri="{FF2B5EF4-FFF2-40B4-BE49-F238E27FC236}">
                  <a16:creationId xmlns:a16="http://schemas.microsoft.com/office/drawing/2014/main" id="{B12E62D9-9C4F-5F61-11E9-A81C21ABE85A}"/>
                </a:ext>
              </a:extLst>
            </p:cNvPr>
            <p:cNvSpPr/>
            <p:nvPr/>
          </p:nvSpPr>
          <p:spPr>
            <a:xfrm>
              <a:off x="4745880" y="2267640"/>
              <a:ext cx="82080" cy="82080"/>
            </a:xfrm>
            <a:prstGeom prst="ellipse">
              <a:avLst/>
            </a:prstGeom>
            <a:solidFill>
              <a:srgbClr val="B39BFF"/>
            </a:solidFill>
            <a:ln w="12600">
              <a:solidFill>
                <a:srgbClr val="B39BF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Shape 57">
              <a:extLst>
                <a:ext uri="{FF2B5EF4-FFF2-40B4-BE49-F238E27FC236}">
                  <a16:creationId xmlns:a16="http://schemas.microsoft.com/office/drawing/2014/main" id="{F73E1D41-50BE-B198-8B35-5013C191D897}"/>
                </a:ext>
              </a:extLst>
            </p:cNvPr>
            <p:cNvSpPr/>
            <p:nvPr/>
          </p:nvSpPr>
          <p:spPr>
            <a:xfrm>
              <a:off x="4658760" y="2203560"/>
              <a:ext cx="255600" cy="255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4760">
              <a:solidFill>
                <a:srgbClr val="B39B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!!srctext_1">
              <a:extLst>
                <a:ext uri="{FF2B5EF4-FFF2-40B4-BE49-F238E27FC236}">
                  <a16:creationId xmlns:a16="http://schemas.microsoft.com/office/drawing/2014/main" id="{4E49C10C-FC33-DFCB-E99D-2874FADFFE4D}"/>
                </a:ext>
              </a:extLst>
            </p:cNvPr>
            <p:cNvSpPr/>
            <p:nvPr/>
          </p:nvSpPr>
          <p:spPr>
            <a:xfrm>
              <a:off x="500184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SNIFFER BUS</a:t>
              </a:r>
              <a:endPara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Shape 59">
              <a:extLst>
                <a:ext uri="{FF2B5EF4-FFF2-40B4-BE49-F238E27FC236}">
                  <a16:creationId xmlns:a16="http://schemas.microsoft.com/office/drawing/2014/main" id="{D15D8592-EB4D-35A6-7EE1-FF4858E11206}"/>
                </a:ext>
              </a:extLst>
            </p:cNvPr>
            <p:cNvSpPr/>
            <p:nvPr/>
          </p:nvSpPr>
          <p:spPr>
            <a:xfrm>
              <a:off x="4617720" y="2660760"/>
              <a:ext cx="214848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Shape 60">
              <a:extLst>
                <a:ext uri="{FF2B5EF4-FFF2-40B4-BE49-F238E27FC236}">
                  <a16:creationId xmlns:a16="http://schemas.microsoft.com/office/drawing/2014/main" id="{447FE308-5035-2B0E-F775-DDCF1453416F}"/>
                </a:ext>
              </a:extLst>
            </p:cNvPr>
            <p:cNvSpPr/>
            <p:nvPr/>
          </p:nvSpPr>
          <p:spPr>
            <a:xfrm>
              <a:off x="4617720" y="2853000"/>
              <a:ext cx="24501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Shape 61">
              <a:extLst>
                <a:ext uri="{FF2B5EF4-FFF2-40B4-BE49-F238E27FC236}">
                  <a16:creationId xmlns:a16="http://schemas.microsoft.com/office/drawing/2014/main" id="{F4FEE7B5-96BC-D7CF-4FE5-D199C9A15E9F}"/>
                </a:ext>
              </a:extLst>
            </p:cNvPr>
            <p:cNvSpPr/>
            <p:nvPr/>
          </p:nvSpPr>
          <p:spPr>
            <a:xfrm>
              <a:off x="4617720" y="3044880"/>
              <a:ext cx="148104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Shape 62">
              <a:extLst>
                <a:ext uri="{FF2B5EF4-FFF2-40B4-BE49-F238E27FC236}">
                  <a16:creationId xmlns:a16="http://schemas.microsoft.com/office/drawing/2014/main" id="{6D8B3814-A9B8-318E-B8F6-236A9D5FD8D2}"/>
                </a:ext>
              </a:extLst>
            </p:cNvPr>
            <p:cNvSpPr/>
            <p:nvPr/>
          </p:nvSpPr>
          <p:spPr>
            <a:xfrm>
              <a:off x="4617720" y="3237120"/>
              <a:ext cx="219420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" name="Text 77">
            <a:extLst>
              <a:ext uri="{FF2B5EF4-FFF2-40B4-BE49-F238E27FC236}">
                <a16:creationId xmlns:a16="http://schemas.microsoft.com/office/drawing/2014/main" id="{D113F0AB-BD34-97D9-3B10-5F7A63C67627}"/>
              </a:ext>
            </a:extLst>
          </p:cNvPr>
          <p:cNvSpPr/>
          <p:nvPr/>
        </p:nvSpPr>
        <p:spPr>
          <a:xfrm>
            <a:off x="704160" y="464508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RECONCILE TIMESTAMPS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8">
            <a:extLst>
              <a:ext uri="{FF2B5EF4-FFF2-40B4-BE49-F238E27FC236}">
                <a16:creationId xmlns:a16="http://schemas.microsoft.com/office/drawing/2014/main" id="{AB2B299A-BC20-40C2-60F4-BC554C60FA10}"/>
              </a:ext>
            </a:extLst>
          </p:cNvPr>
          <p:cNvSpPr/>
          <p:nvPr/>
        </p:nvSpPr>
        <p:spPr>
          <a:xfrm>
            <a:off x="4425840" y="464508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CONNECT EVENTS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9">
            <a:extLst>
              <a:ext uri="{FF2B5EF4-FFF2-40B4-BE49-F238E27FC236}">
                <a16:creationId xmlns:a16="http://schemas.microsoft.com/office/drawing/2014/main" id="{AB082614-7520-6DD6-52C0-E4F09CBE00FA}"/>
              </a:ext>
            </a:extLst>
          </p:cNvPr>
          <p:cNvSpPr/>
          <p:nvPr/>
        </p:nvSpPr>
        <p:spPr>
          <a:xfrm>
            <a:off x="8147160" y="4645080"/>
            <a:ext cx="3145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FIND THE CAUSE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0">
            <a:extLst>
              <a:ext uri="{FF2B5EF4-FFF2-40B4-BE49-F238E27FC236}">
                <a16:creationId xmlns:a16="http://schemas.microsoft.com/office/drawing/2014/main" id="{0F98F440-BCD6-0383-18C4-06535056BE2A}"/>
              </a:ext>
            </a:extLst>
          </p:cNvPr>
          <p:cNvSpPr/>
          <p:nvPr/>
        </p:nvSpPr>
        <p:spPr>
          <a:xfrm>
            <a:off x="685800" y="5266800"/>
            <a:ext cx="10798560" cy="74952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36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81">
            <a:extLst>
              <a:ext uri="{FF2B5EF4-FFF2-40B4-BE49-F238E27FC236}">
                <a16:creationId xmlns:a16="http://schemas.microsoft.com/office/drawing/2014/main" id="{BFF927B4-3288-5DEC-4676-B5F6B7EA9DF3}"/>
              </a:ext>
            </a:extLst>
          </p:cNvPr>
          <p:cNvSpPr/>
          <p:nvPr/>
        </p:nvSpPr>
        <p:spPr>
          <a:xfrm>
            <a:off x="685800" y="5266800"/>
            <a:ext cx="50040" cy="749520"/>
          </a:xfrm>
          <a:prstGeom prst="rect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2">
            <a:extLst>
              <a:ext uri="{FF2B5EF4-FFF2-40B4-BE49-F238E27FC236}">
                <a16:creationId xmlns:a16="http://schemas.microsoft.com/office/drawing/2014/main" id="{052EBE41-8E2C-61AE-647C-1B8B16C23FD0}"/>
              </a:ext>
            </a:extLst>
          </p:cNvPr>
          <p:cNvSpPr/>
          <p:nvPr/>
        </p:nvSpPr>
        <p:spPr>
          <a:xfrm>
            <a:off x="951120" y="5449680"/>
            <a:ext cx="594324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HOURS OF MANUAL CORRELATION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3">
            <a:extLst>
              <a:ext uri="{FF2B5EF4-FFF2-40B4-BE49-F238E27FC236}">
                <a16:creationId xmlns:a16="http://schemas.microsoft.com/office/drawing/2014/main" id="{D93F2192-078B-9008-CA72-7E39ECB7137B}"/>
              </a:ext>
            </a:extLst>
          </p:cNvPr>
          <p:cNvSpPr/>
          <p:nvPr/>
        </p:nvSpPr>
        <p:spPr>
          <a:xfrm>
            <a:off x="7644240" y="5486400"/>
            <a:ext cx="3419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27278"/>
                </a:solidFill>
                <a:effectLst/>
                <a:uFillTx/>
                <a:latin typeface="Inter"/>
                <a:ea typeface="Inter"/>
              </a:rPr>
              <a:t>Before any lesson can be learned.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4">
            <a:extLst>
              <a:ext uri="{FF2B5EF4-FFF2-40B4-BE49-F238E27FC236}">
                <a16:creationId xmlns:a16="http://schemas.microsoft.com/office/drawing/2014/main" id="{D5952CD9-A49D-171D-DB3E-B6958CB83D4E}"/>
              </a:ext>
            </a:extLst>
          </p:cNvPr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5">
            <a:extLst>
              <a:ext uri="{FF2B5EF4-FFF2-40B4-BE49-F238E27FC236}">
                <a16:creationId xmlns:a16="http://schemas.microsoft.com/office/drawing/2014/main" id="{358D2691-3BAD-BA09-8ABB-A3D5AD1EBE60}"/>
              </a:ext>
            </a:extLst>
          </p:cNvPr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7">
            <a:extLst>
              <a:ext uri="{FF2B5EF4-FFF2-40B4-BE49-F238E27FC236}">
                <a16:creationId xmlns:a16="http://schemas.microsoft.com/office/drawing/2014/main" id="{D01EEB66-E1A3-D4F1-0A28-925C5A9590EE}"/>
              </a:ext>
            </a:extLst>
          </p:cNvPr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E7CE60-6B0A-043B-2E4A-43B3F284751B}"/>
              </a:ext>
            </a:extLst>
          </p:cNvPr>
          <p:cNvSpPr/>
          <p:nvPr/>
        </p:nvSpPr>
        <p:spPr>
          <a:xfrm>
            <a:off x="5962248" y="4369507"/>
            <a:ext cx="212777" cy="210773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49255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E3422-EB77-7808-DD9A-FF27B7BE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1">
            <a:extLst>
              <a:ext uri="{FF2B5EF4-FFF2-40B4-BE49-F238E27FC236}">
                <a16:creationId xmlns:a16="http://schemas.microsoft.com/office/drawing/2014/main" id="{55C2D346-EB09-0DCA-A708-633AAF297FFF}"/>
              </a:ext>
            </a:extLst>
          </p:cNvPr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>
            <a:extLst>
              <a:ext uri="{FF2B5EF4-FFF2-40B4-BE49-F238E27FC236}">
                <a16:creationId xmlns:a16="http://schemas.microsoft.com/office/drawing/2014/main" id="{BFE086D7-16DF-CFE3-BC82-80D6009664A7}"/>
              </a:ext>
            </a:extLst>
          </p:cNvPr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>
            <a:extLst>
              <a:ext uri="{FF2B5EF4-FFF2-40B4-BE49-F238E27FC236}">
                <a16:creationId xmlns:a16="http://schemas.microsoft.com/office/drawing/2014/main" id="{2976C6E7-DB21-CB84-14D4-4A161F6E66CB}"/>
              </a:ext>
            </a:extLst>
          </p:cNvPr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>
            <a:extLst>
              <a:ext uri="{FF2B5EF4-FFF2-40B4-BE49-F238E27FC236}">
                <a16:creationId xmlns:a16="http://schemas.microsoft.com/office/drawing/2014/main" id="{C8024083-D519-994E-A7FF-1E06D009278A}"/>
              </a:ext>
            </a:extLst>
          </p:cNvPr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>
            <a:extLst>
              <a:ext uri="{FF2B5EF4-FFF2-40B4-BE49-F238E27FC236}">
                <a16:creationId xmlns:a16="http://schemas.microsoft.com/office/drawing/2014/main" id="{9C65F5B3-29F5-07A0-A188-ECEECF00F517}"/>
              </a:ext>
            </a:extLst>
          </p:cNvPr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">
            <a:extLst>
              <a:ext uri="{FF2B5EF4-FFF2-40B4-BE49-F238E27FC236}">
                <a16:creationId xmlns:a16="http://schemas.microsoft.com/office/drawing/2014/main" id="{00BCD85B-5C78-93B8-32E8-623041DF0569}"/>
              </a:ext>
            </a:extLst>
          </p:cNvPr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>
            <a:extLst>
              <a:ext uri="{FF2B5EF4-FFF2-40B4-BE49-F238E27FC236}">
                <a16:creationId xmlns:a16="http://schemas.microsoft.com/office/drawing/2014/main" id="{4583992A-E6E2-EDAE-23F3-CEF394824558}"/>
              </a:ext>
            </a:extLst>
          </p:cNvPr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>
            <a:extLst>
              <a:ext uri="{FF2B5EF4-FFF2-40B4-BE49-F238E27FC236}">
                <a16:creationId xmlns:a16="http://schemas.microsoft.com/office/drawing/2014/main" id="{916F34F9-4CF4-E252-7300-F89E12B14315}"/>
              </a:ext>
            </a:extLst>
          </p:cNvPr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F0810760-F26A-B8D1-3853-3D3CC98A1A53}"/>
              </a:ext>
            </a:extLst>
          </p:cNvPr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00268002-5F50-E703-5C48-8DAE71808EF7}"/>
              </a:ext>
            </a:extLst>
          </p:cNvPr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63392ACA-2EED-7A6A-DF5F-8F7A6D120D5D}"/>
              </a:ext>
            </a:extLst>
          </p:cNvPr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>
            <a:extLst>
              <a:ext uri="{FF2B5EF4-FFF2-40B4-BE49-F238E27FC236}">
                <a16:creationId xmlns:a16="http://schemas.microsoft.com/office/drawing/2014/main" id="{3705B0DA-2761-13B0-DCF7-945B86455BAD}"/>
              </a:ext>
            </a:extLst>
          </p:cNvPr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>
            <a:extLst>
              <a:ext uri="{FF2B5EF4-FFF2-40B4-BE49-F238E27FC236}">
                <a16:creationId xmlns:a16="http://schemas.microsoft.com/office/drawing/2014/main" id="{FD32CF34-8754-82C9-60D2-2C9F8603033E}"/>
              </a:ext>
            </a:extLst>
          </p:cNvPr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>
            <a:extLst>
              <a:ext uri="{FF2B5EF4-FFF2-40B4-BE49-F238E27FC236}">
                <a16:creationId xmlns:a16="http://schemas.microsoft.com/office/drawing/2014/main" id="{85FDEFFA-148B-5C31-122A-E2DBCF5F3A68}"/>
              </a:ext>
            </a:extLst>
          </p:cNvPr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>
            <a:extLst>
              <a:ext uri="{FF2B5EF4-FFF2-40B4-BE49-F238E27FC236}">
                <a16:creationId xmlns:a16="http://schemas.microsoft.com/office/drawing/2014/main" id="{DE9C29E4-D0DC-F735-7CC4-5B0AEBEC4CC7}"/>
              </a:ext>
            </a:extLst>
          </p:cNvPr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>
            <a:extLst>
              <a:ext uri="{FF2B5EF4-FFF2-40B4-BE49-F238E27FC236}">
                <a16:creationId xmlns:a16="http://schemas.microsoft.com/office/drawing/2014/main" id="{62D65FF5-581C-8D2A-D6DC-C2FB8F087E78}"/>
              </a:ext>
            </a:extLst>
          </p:cNvPr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7">
            <a:extLst>
              <a:ext uri="{FF2B5EF4-FFF2-40B4-BE49-F238E27FC236}">
                <a16:creationId xmlns:a16="http://schemas.microsoft.com/office/drawing/2014/main" id="{EA30A77E-BB68-39B0-C32F-A3CD3A1D5EE4}"/>
              </a:ext>
            </a:extLst>
          </p:cNvPr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>
            <a:extLst>
              <a:ext uri="{FF2B5EF4-FFF2-40B4-BE49-F238E27FC236}">
                <a16:creationId xmlns:a16="http://schemas.microsoft.com/office/drawing/2014/main" id="{3296E0B7-90B1-FAB6-7F4A-8DD469EC10D5}"/>
              </a:ext>
            </a:extLst>
          </p:cNvPr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>
            <a:extLst>
              <a:ext uri="{FF2B5EF4-FFF2-40B4-BE49-F238E27FC236}">
                <a16:creationId xmlns:a16="http://schemas.microsoft.com/office/drawing/2014/main" id="{6D341D90-3424-1BCA-8FF8-3B4ABCB45683}"/>
              </a:ext>
            </a:extLst>
          </p:cNvPr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>
            <a:extLst>
              <a:ext uri="{FF2B5EF4-FFF2-40B4-BE49-F238E27FC236}">
                <a16:creationId xmlns:a16="http://schemas.microsoft.com/office/drawing/2014/main" id="{1470E075-9087-1E69-2DD1-255C879EB8F3}"/>
              </a:ext>
            </a:extLst>
          </p:cNvPr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">
            <a:extLst>
              <a:ext uri="{FF2B5EF4-FFF2-40B4-BE49-F238E27FC236}">
                <a16:creationId xmlns:a16="http://schemas.microsoft.com/office/drawing/2014/main" id="{C24238E6-E6BC-A56A-8F23-F4909F04FBA0}"/>
              </a:ext>
            </a:extLst>
          </p:cNvPr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>
            <a:extLst>
              <a:ext uri="{FF2B5EF4-FFF2-40B4-BE49-F238E27FC236}">
                <a16:creationId xmlns:a16="http://schemas.microsoft.com/office/drawing/2014/main" id="{210BF991-E6E5-EBF8-90D4-503245D9F49C}"/>
              </a:ext>
            </a:extLst>
          </p:cNvPr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315AB7FA-49D2-E9FD-2271-2559514865FF}"/>
              </a:ext>
            </a:extLst>
          </p:cNvPr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4">
            <a:extLst>
              <a:ext uri="{FF2B5EF4-FFF2-40B4-BE49-F238E27FC236}">
                <a16:creationId xmlns:a16="http://schemas.microsoft.com/office/drawing/2014/main" id="{3BED7AA3-7493-7C53-64B5-662FAA6060FF}"/>
              </a:ext>
            </a:extLst>
          </p:cNvPr>
          <p:cNvSpPr/>
          <p:nvPr/>
        </p:nvSpPr>
        <p:spPr>
          <a:xfrm>
            <a:off x="0" y="3200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5">
            <a:extLst>
              <a:ext uri="{FF2B5EF4-FFF2-40B4-BE49-F238E27FC236}">
                <a16:creationId xmlns:a16="http://schemas.microsoft.com/office/drawing/2014/main" id="{AD6C1D52-5AA3-B549-5DF8-5AAF6BC9D00C}"/>
              </a:ext>
            </a:extLst>
          </p:cNvPr>
          <p:cNvSpPr/>
          <p:nvPr/>
        </p:nvSpPr>
        <p:spPr>
          <a:xfrm>
            <a:off x="0" y="8229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6">
            <a:extLst>
              <a:ext uri="{FF2B5EF4-FFF2-40B4-BE49-F238E27FC236}">
                <a16:creationId xmlns:a16="http://schemas.microsoft.com/office/drawing/2014/main" id="{1BB6B482-CC24-5A24-6399-F8FAF21F87B6}"/>
              </a:ext>
            </a:extLst>
          </p:cNvPr>
          <p:cNvSpPr/>
          <p:nvPr/>
        </p:nvSpPr>
        <p:spPr>
          <a:xfrm>
            <a:off x="0" y="13258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7">
            <a:extLst>
              <a:ext uri="{FF2B5EF4-FFF2-40B4-BE49-F238E27FC236}">
                <a16:creationId xmlns:a16="http://schemas.microsoft.com/office/drawing/2014/main" id="{FB3990D9-5ABA-D87E-9FE6-7AE818AB87A3}"/>
              </a:ext>
            </a:extLst>
          </p:cNvPr>
          <p:cNvSpPr/>
          <p:nvPr/>
        </p:nvSpPr>
        <p:spPr>
          <a:xfrm>
            <a:off x="0" y="18288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>
            <a:extLst>
              <a:ext uri="{FF2B5EF4-FFF2-40B4-BE49-F238E27FC236}">
                <a16:creationId xmlns:a16="http://schemas.microsoft.com/office/drawing/2014/main" id="{4D0AE148-6794-E2AD-4883-16026C1C5A33}"/>
              </a:ext>
            </a:extLst>
          </p:cNvPr>
          <p:cNvSpPr/>
          <p:nvPr/>
        </p:nvSpPr>
        <p:spPr>
          <a:xfrm>
            <a:off x="0" y="23317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9">
            <a:extLst>
              <a:ext uri="{FF2B5EF4-FFF2-40B4-BE49-F238E27FC236}">
                <a16:creationId xmlns:a16="http://schemas.microsoft.com/office/drawing/2014/main" id="{9ACC8A4C-E87E-331E-3697-BF3E87BB9C1A}"/>
              </a:ext>
            </a:extLst>
          </p:cNvPr>
          <p:cNvSpPr/>
          <p:nvPr/>
        </p:nvSpPr>
        <p:spPr>
          <a:xfrm>
            <a:off x="0" y="28346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0">
            <a:extLst>
              <a:ext uri="{FF2B5EF4-FFF2-40B4-BE49-F238E27FC236}">
                <a16:creationId xmlns:a16="http://schemas.microsoft.com/office/drawing/2014/main" id="{BC42FB5D-A994-2D50-A13C-55B63B352295}"/>
              </a:ext>
            </a:extLst>
          </p:cNvPr>
          <p:cNvSpPr/>
          <p:nvPr/>
        </p:nvSpPr>
        <p:spPr>
          <a:xfrm>
            <a:off x="0" y="33375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1">
            <a:extLst>
              <a:ext uri="{FF2B5EF4-FFF2-40B4-BE49-F238E27FC236}">
                <a16:creationId xmlns:a16="http://schemas.microsoft.com/office/drawing/2014/main" id="{0737D8A8-BB5A-FD4B-FE3B-26220A221094}"/>
              </a:ext>
            </a:extLst>
          </p:cNvPr>
          <p:cNvSpPr/>
          <p:nvPr/>
        </p:nvSpPr>
        <p:spPr>
          <a:xfrm>
            <a:off x="0" y="38404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2">
            <a:extLst>
              <a:ext uri="{FF2B5EF4-FFF2-40B4-BE49-F238E27FC236}">
                <a16:creationId xmlns:a16="http://schemas.microsoft.com/office/drawing/2014/main" id="{C2559673-6175-FC7B-D687-A00BA0274A26}"/>
              </a:ext>
            </a:extLst>
          </p:cNvPr>
          <p:cNvSpPr/>
          <p:nvPr/>
        </p:nvSpPr>
        <p:spPr>
          <a:xfrm>
            <a:off x="0" y="43434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3">
            <a:extLst>
              <a:ext uri="{FF2B5EF4-FFF2-40B4-BE49-F238E27FC236}">
                <a16:creationId xmlns:a16="http://schemas.microsoft.com/office/drawing/2014/main" id="{15BB8133-F6C2-FA4A-3E39-8E8BDCF60D09}"/>
              </a:ext>
            </a:extLst>
          </p:cNvPr>
          <p:cNvSpPr/>
          <p:nvPr/>
        </p:nvSpPr>
        <p:spPr>
          <a:xfrm>
            <a:off x="0" y="48463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4">
            <a:extLst>
              <a:ext uri="{FF2B5EF4-FFF2-40B4-BE49-F238E27FC236}">
                <a16:creationId xmlns:a16="http://schemas.microsoft.com/office/drawing/2014/main" id="{4A1309FE-9401-FC08-D20E-897996554337}"/>
              </a:ext>
            </a:extLst>
          </p:cNvPr>
          <p:cNvSpPr/>
          <p:nvPr/>
        </p:nvSpPr>
        <p:spPr>
          <a:xfrm>
            <a:off x="0" y="53492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5">
            <a:extLst>
              <a:ext uri="{FF2B5EF4-FFF2-40B4-BE49-F238E27FC236}">
                <a16:creationId xmlns:a16="http://schemas.microsoft.com/office/drawing/2014/main" id="{BD48D04F-09D0-EE3D-5E3B-462ED843FAE5}"/>
              </a:ext>
            </a:extLst>
          </p:cNvPr>
          <p:cNvSpPr/>
          <p:nvPr/>
        </p:nvSpPr>
        <p:spPr>
          <a:xfrm>
            <a:off x="0" y="58521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6">
            <a:extLst>
              <a:ext uri="{FF2B5EF4-FFF2-40B4-BE49-F238E27FC236}">
                <a16:creationId xmlns:a16="http://schemas.microsoft.com/office/drawing/2014/main" id="{75D8981C-555D-547F-30BF-2AF0DF835768}"/>
              </a:ext>
            </a:extLst>
          </p:cNvPr>
          <p:cNvSpPr/>
          <p:nvPr/>
        </p:nvSpPr>
        <p:spPr>
          <a:xfrm>
            <a:off x="0" y="63550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7">
            <a:extLst>
              <a:ext uri="{FF2B5EF4-FFF2-40B4-BE49-F238E27FC236}">
                <a16:creationId xmlns:a16="http://schemas.microsoft.com/office/drawing/2014/main" id="{4A099752-8899-8265-21BA-2D36BCC8A0EB}"/>
              </a:ext>
            </a:extLst>
          </p:cNvPr>
          <p:cNvSpPr/>
          <p:nvPr/>
        </p:nvSpPr>
        <p:spPr>
          <a:xfrm>
            <a:off x="0" y="68580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8">
            <a:extLst>
              <a:ext uri="{FF2B5EF4-FFF2-40B4-BE49-F238E27FC236}">
                <a16:creationId xmlns:a16="http://schemas.microsoft.com/office/drawing/2014/main" id="{D16E2ABC-639B-ED4A-8801-9FA6F1843938}"/>
              </a:ext>
            </a:extLst>
          </p:cNvPr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9">
            <a:extLst>
              <a:ext uri="{FF2B5EF4-FFF2-40B4-BE49-F238E27FC236}">
                <a16:creationId xmlns:a16="http://schemas.microsoft.com/office/drawing/2014/main" id="{487ED36D-DE9A-F4D8-2227-122968BADB1E}"/>
              </a:ext>
            </a:extLst>
          </p:cNvPr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0">
            <a:extLst>
              <a:ext uri="{FF2B5EF4-FFF2-40B4-BE49-F238E27FC236}">
                <a16:creationId xmlns:a16="http://schemas.microsoft.com/office/drawing/2014/main" id="{E667C2EA-DA6C-1D5E-D236-474C3DA96399}"/>
              </a:ext>
            </a:extLst>
          </p:cNvPr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01 / THE CHALLENGE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1">
            <a:extLst>
              <a:ext uri="{FF2B5EF4-FFF2-40B4-BE49-F238E27FC236}">
                <a16:creationId xmlns:a16="http://schemas.microsoft.com/office/drawing/2014/main" id="{C20BA929-CD2B-ECC8-169A-EC58F1FFAD44}"/>
              </a:ext>
            </a:extLst>
          </p:cNvPr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The data exists. The story is missing.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2">
            <a:extLst>
              <a:ext uri="{FF2B5EF4-FFF2-40B4-BE49-F238E27FC236}">
                <a16:creationId xmlns:a16="http://schemas.microsoft.com/office/drawing/2014/main" id="{30D77143-8E05-D566-2D9A-A27A46D29DAC}"/>
              </a:ext>
            </a:extLst>
          </p:cNvPr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When incidents happen, investigators must reconstruct the truth across disconnected sources.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3">
            <a:extLst>
              <a:ext uri="{FF2B5EF4-FFF2-40B4-BE49-F238E27FC236}">
                <a16:creationId xmlns:a16="http://schemas.microsoft.com/office/drawing/2014/main" id="{EBA5F77B-1A34-75BB-185E-BFA3E26052CF}"/>
              </a:ext>
            </a:extLst>
          </p:cNvPr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5EDBE7-8BE5-EC76-3A49-925F0DA3922E}"/>
              </a:ext>
            </a:extLst>
          </p:cNvPr>
          <p:cNvGrpSpPr/>
          <p:nvPr/>
        </p:nvGrpSpPr>
        <p:grpSpPr>
          <a:xfrm>
            <a:off x="658440" y="1947600"/>
            <a:ext cx="3428640" cy="1919880"/>
            <a:chOff x="658440" y="1947600"/>
            <a:chExt cx="3428640" cy="1919880"/>
          </a:xfrm>
        </p:grpSpPr>
        <p:sp>
          <p:nvSpPr>
            <p:cNvPr id="113" name="!!src_0">
              <a:extLst>
                <a:ext uri="{FF2B5EF4-FFF2-40B4-BE49-F238E27FC236}">
                  <a16:creationId xmlns:a16="http://schemas.microsoft.com/office/drawing/2014/main" id="{6061E42A-5CB6-6E35-B797-71BDE750829B}"/>
                </a:ext>
              </a:extLst>
            </p:cNvPr>
            <p:cNvSpPr/>
            <p:nvPr/>
          </p:nvSpPr>
          <p:spPr>
            <a:xfrm>
              <a:off x="65844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!!srcline_0">
              <a:extLst>
                <a:ext uri="{FF2B5EF4-FFF2-40B4-BE49-F238E27FC236}">
                  <a16:creationId xmlns:a16="http://schemas.microsoft.com/office/drawing/2014/main" id="{AF2C1DC1-D37F-77AD-70B5-6C44BA083877}"/>
                </a:ext>
              </a:extLst>
            </p:cNvPr>
            <p:cNvSpPr/>
            <p:nvPr/>
          </p:nvSpPr>
          <p:spPr>
            <a:xfrm>
              <a:off x="658440" y="1947600"/>
              <a:ext cx="40680" cy="1919880"/>
            </a:xfrm>
            <a:prstGeom prst="rect">
              <a:avLst/>
            </a:prstGeom>
            <a:solidFill>
              <a:srgbClr val="53D5D2"/>
            </a:solidFill>
            <a:ln w="12600">
              <a:solidFill>
                <a:srgbClr val="53D5D2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Shape 46">
              <a:extLst>
                <a:ext uri="{FF2B5EF4-FFF2-40B4-BE49-F238E27FC236}">
                  <a16:creationId xmlns:a16="http://schemas.microsoft.com/office/drawing/2014/main" id="{4EEC8263-C4CF-FA05-EEEE-470783D1C058}"/>
                </a:ext>
              </a:extLst>
            </p:cNvPr>
            <p:cNvSpPr/>
            <p:nvPr/>
          </p:nvSpPr>
          <p:spPr>
            <a:xfrm>
              <a:off x="905400" y="2157840"/>
              <a:ext cx="246600" cy="255600"/>
            </a:xfrm>
            <a:prstGeom prst="rect">
              <a:avLst/>
            </a:prstGeom>
            <a:solidFill>
              <a:srgbClr val="182B41"/>
            </a:solidFill>
            <a:ln w="176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Shape 47">
              <a:extLst>
                <a:ext uri="{FF2B5EF4-FFF2-40B4-BE49-F238E27FC236}">
                  <a16:creationId xmlns:a16="http://schemas.microsoft.com/office/drawing/2014/main" id="{0A6C3BC8-2C04-7FB1-BAB1-8882D61ADD7C}"/>
                </a:ext>
              </a:extLst>
            </p:cNvPr>
            <p:cNvSpPr/>
            <p:nvPr/>
          </p:nvSpPr>
          <p:spPr>
            <a:xfrm>
              <a:off x="955440" y="2235600"/>
              <a:ext cx="150840" cy="360"/>
            </a:xfrm>
            <a:prstGeom prst="line">
              <a:avLst/>
            </a:prstGeom>
            <a:ln w="140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Shape 48">
              <a:extLst>
                <a:ext uri="{FF2B5EF4-FFF2-40B4-BE49-F238E27FC236}">
                  <a16:creationId xmlns:a16="http://schemas.microsoft.com/office/drawing/2014/main" id="{B06C4E2A-EEA2-7C15-5E1E-31C9EF62AB6C}"/>
                </a:ext>
              </a:extLst>
            </p:cNvPr>
            <p:cNvSpPr/>
            <p:nvPr/>
          </p:nvSpPr>
          <p:spPr>
            <a:xfrm>
              <a:off x="955440" y="2304000"/>
              <a:ext cx="123480" cy="360"/>
            </a:xfrm>
            <a:prstGeom prst="line">
              <a:avLst/>
            </a:prstGeom>
            <a:ln w="140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!!srctext_0">
              <a:extLst>
                <a:ext uri="{FF2B5EF4-FFF2-40B4-BE49-F238E27FC236}">
                  <a16:creationId xmlns:a16="http://schemas.microsoft.com/office/drawing/2014/main" id="{FC195BA3-3E71-B7FD-FE75-22451D24BEF2}"/>
                </a:ext>
              </a:extLst>
            </p:cNvPr>
            <p:cNvSpPr/>
            <p:nvPr/>
          </p:nvSpPr>
          <p:spPr>
            <a:xfrm>
              <a:off x="127116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 dirty="0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SYSTEM LOGS</a:t>
              </a:r>
              <a:endParaRPr lang="en-US" sz="11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Shape 50">
              <a:extLst>
                <a:ext uri="{FF2B5EF4-FFF2-40B4-BE49-F238E27FC236}">
                  <a16:creationId xmlns:a16="http://schemas.microsoft.com/office/drawing/2014/main" id="{4724CF85-2FED-6C2A-2971-F08A30CB152D}"/>
                </a:ext>
              </a:extLst>
            </p:cNvPr>
            <p:cNvSpPr/>
            <p:nvPr/>
          </p:nvSpPr>
          <p:spPr>
            <a:xfrm>
              <a:off x="887040" y="2660760"/>
              <a:ext cx="246852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Shape 51">
              <a:extLst>
                <a:ext uri="{FF2B5EF4-FFF2-40B4-BE49-F238E27FC236}">
                  <a16:creationId xmlns:a16="http://schemas.microsoft.com/office/drawing/2014/main" id="{5B2BC920-9F49-3D36-D949-F3F599772D1E}"/>
                </a:ext>
              </a:extLst>
            </p:cNvPr>
            <p:cNvSpPr/>
            <p:nvPr/>
          </p:nvSpPr>
          <p:spPr>
            <a:xfrm>
              <a:off x="887040" y="2853000"/>
              <a:ext cx="202968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Shape 52">
              <a:extLst>
                <a:ext uri="{FF2B5EF4-FFF2-40B4-BE49-F238E27FC236}">
                  <a16:creationId xmlns:a16="http://schemas.microsoft.com/office/drawing/2014/main" id="{992E7BCB-1E36-3F10-F90C-6C843C45E4FA}"/>
                </a:ext>
              </a:extLst>
            </p:cNvPr>
            <p:cNvSpPr/>
            <p:nvPr/>
          </p:nvSpPr>
          <p:spPr>
            <a:xfrm>
              <a:off x="887040" y="3044880"/>
              <a:ext cx="159984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Shape 53">
              <a:extLst>
                <a:ext uri="{FF2B5EF4-FFF2-40B4-BE49-F238E27FC236}">
                  <a16:creationId xmlns:a16="http://schemas.microsoft.com/office/drawing/2014/main" id="{FB3EE037-833D-A162-C258-0909FA4E469E}"/>
                </a:ext>
              </a:extLst>
            </p:cNvPr>
            <p:cNvSpPr/>
            <p:nvPr/>
          </p:nvSpPr>
          <p:spPr>
            <a:xfrm>
              <a:off x="887040" y="3237120"/>
              <a:ext cx="23313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467F10B-F838-A1CB-EE27-F1DBC1B1C8B8}"/>
              </a:ext>
            </a:extLst>
          </p:cNvPr>
          <p:cNvGrpSpPr/>
          <p:nvPr/>
        </p:nvGrpSpPr>
        <p:grpSpPr>
          <a:xfrm>
            <a:off x="8110800" y="1947600"/>
            <a:ext cx="3428640" cy="1919880"/>
            <a:chOff x="8110800" y="1947600"/>
            <a:chExt cx="3428640" cy="1919880"/>
          </a:xfrm>
        </p:grpSpPr>
        <p:sp>
          <p:nvSpPr>
            <p:cNvPr id="132" name="!!src_2">
              <a:extLst>
                <a:ext uri="{FF2B5EF4-FFF2-40B4-BE49-F238E27FC236}">
                  <a16:creationId xmlns:a16="http://schemas.microsoft.com/office/drawing/2014/main" id="{FFA47FFD-73E6-C7C1-EAD0-8CAED6A1E0E5}"/>
                </a:ext>
              </a:extLst>
            </p:cNvPr>
            <p:cNvSpPr/>
            <p:nvPr/>
          </p:nvSpPr>
          <p:spPr>
            <a:xfrm>
              <a:off x="811080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!!srcline_2">
              <a:extLst>
                <a:ext uri="{FF2B5EF4-FFF2-40B4-BE49-F238E27FC236}">
                  <a16:creationId xmlns:a16="http://schemas.microsoft.com/office/drawing/2014/main" id="{41C897FC-253F-BE37-E6CB-D24D046260F2}"/>
                </a:ext>
              </a:extLst>
            </p:cNvPr>
            <p:cNvSpPr/>
            <p:nvPr/>
          </p:nvSpPr>
          <p:spPr>
            <a:xfrm>
              <a:off x="8110800" y="1947600"/>
              <a:ext cx="40680" cy="1919880"/>
            </a:xfrm>
            <a:prstGeom prst="rect">
              <a:avLst/>
            </a:prstGeom>
            <a:solidFill>
              <a:srgbClr val="F2C477"/>
            </a:solidFill>
            <a:ln w="12600">
              <a:solidFill>
                <a:srgbClr val="F2C477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Shape 65">
              <a:extLst>
                <a:ext uri="{FF2B5EF4-FFF2-40B4-BE49-F238E27FC236}">
                  <a16:creationId xmlns:a16="http://schemas.microsoft.com/office/drawing/2014/main" id="{4B9E7555-21F8-9F7C-A694-9F5765834968}"/>
                </a:ext>
              </a:extLst>
            </p:cNvPr>
            <p:cNvSpPr/>
            <p:nvPr/>
          </p:nvSpPr>
          <p:spPr>
            <a:xfrm>
              <a:off x="8375760" y="2148840"/>
              <a:ext cx="246600" cy="273960"/>
            </a:xfrm>
            <a:prstGeom prst="rect">
              <a:avLst/>
            </a:prstGeom>
            <a:solidFill>
              <a:srgbClr val="182B41"/>
            </a:solidFill>
            <a:ln w="1656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Shape 66">
              <a:extLst>
                <a:ext uri="{FF2B5EF4-FFF2-40B4-BE49-F238E27FC236}">
                  <a16:creationId xmlns:a16="http://schemas.microsoft.com/office/drawing/2014/main" id="{9C021E28-EAD2-0E18-DF47-68676EF7B803}"/>
                </a:ext>
              </a:extLst>
            </p:cNvPr>
            <p:cNvSpPr/>
            <p:nvPr/>
          </p:nvSpPr>
          <p:spPr>
            <a:xfrm>
              <a:off x="8430480" y="2230920"/>
              <a:ext cx="14652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Shape 67">
              <a:extLst>
                <a:ext uri="{FF2B5EF4-FFF2-40B4-BE49-F238E27FC236}">
                  <a16:creationId xmlns:a16="http://schemas.microsoft.com/office/drawing/2014/main" id="{AD6F3D77-C952-2961-6886-7954EA002B84}"/>
                </a:ext>
              </a:extLst>
            </p:cNvPr>
            <p:cNvSpPr/>
            <p:nvPr/>
          </p:nvSpPr>
          <p:spPr>
            <a:xfrm>
              <a:off x="8430480" y="2295000"/>
              <a:ext cx="11916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Shape 68">
              <a:extLst>
                <a:ext uri="{FF2B5EF4-FFF2-40B4-BE49-F238E27FC236}">
                  <a16:creationId xmlns:a16="http://schemas.microsoft.com/office/drawing/2014/main" id="{394B85FF-01C2-36E9-A37A-6A38F6EDCA12}"/>
                </a:ext>
              </a:extLst>
            </p:cNvPr>
            <p:cNvSpPr/>
            <p:nvPr/>
          </p:nvSpPr>
          <p:spPr>
            <a:xfrm>
              <a:off x="8430480" y="2359080"/>
              <a:ext cx="128160" cy="360"/>
            </a:xfrm>
            <a:prstGeom prst="line">
              <a:avLst/>
            </a:prstGeom>
            <a:ln w="12600">
              <a:solidFill>
                <a:srgbClr val="F2C4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!!srctext_2">
              <a:extLst>
                <a:ext uri="{FF2B5EF4-FFF2-40B4-BE49-F238E27FC236}">
                  <a16:creationId xmlns:a16="http://schemas.microsoft.com/office/drawing/2014/main" id="{E34A17AE-028F-02B2-8868-15989CB8B991}"/>
                </a:ext>
              </a:extLst>
            </p:cNvPr>
            <p:cNvSpPr/>
            <p:nvPr/>
          </p:nvSpPr>
          <p:spPr>
            <a:xfrm>
              <a:off x="872352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OPERATOR DIARY</a:t>
              </a:r>
              <a:endPara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Shape 70">
              <a:extLst>
                <a:ext uri="{FF2B5EF4-FFF2-40B4-BE49-F238E27FC236}">
                  <a16:creationId xmlns:a16="http://schemas.microsoft.com/office/drawing/2014/main" id="{5A8ECED8-6EA4-EBF2-C9FA-437B6B5FBFEC}"/>
                </a:ext>
              </a:extLst>
            </p:cNvPr>
            <p:cNvSpPr/>
            <p:nvPr/>
          </p:nvSpPr>
          <p:spPr>
            <a:xfrm>
              <a:off x="8339400" y="2660760"/>
              <a:ext cx="265140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Shape 71">
              <a:extLst>
                <a:ext uri="{FF2B5EF4-FFF2-40B4-BE49-F238E27FC236}">
                  <a16:creationId xmlns:a16="http://schemas.microsoft.com/office/drawing/2014/main" id="{F01637F7-B3DA-C05B-198F-E025FB73E201}"/>
                </a:ext>
              </a:extLst>
            </p:cNvPr>
            <p:cNvSpPr/>
            <p:nvPr/>
          </p:nvSpPr>
          <p:spPr>
            <a:xfrm>
              <a:off x="8339400" y="2853000"/>
              <a:ext cx="18741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Shape 72">
              <a:extLst>
                <a:ext uri="{FF2B5EF4-FFF2-40B4-BE49-F238E27FC236}">
                  <a16:creationId xmlns:a16="http://schemas.microsoft.com/office/drawing/2014/main" id="{F90C7035-BCCE-945C-284C-8ABF37D44339}"/>
                </a:ext>
              </a:extLst>
            </p:cNvPr>
            <p:cNvSpPr/>
            <p:nvPr/>
          </p:nvSpPr>
          <p:spPr>
            <a:xfrm>
              <a:off x="8339400" y="3044880"/>
              <a:ext cx="23313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Shape 73">
              <a:extLst>
                <a:ext uri="{FF2B5EF4-FFF2-40B4-BE49-F238E27FC236}">
                  <a16:creationId xmlns:a16="http://schemas.microsoft.com/office/drawing/2014/main" id="{AB305E4A-9265-0748-DF12-9E616A7EF59F}"/>
                </a:ext>
              </a:extLst>
            </p:cNvPr>
            <p:cNvSpPr/>
            <p:nvPr/>
          </p:nvSpPr>
          <p:spPr>
            <a:xfrm>
              <a:off x="8339400" y="3237120"/>
              <a:ext cx="164556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78D8D38-7DA5-8C57-E51D-9315F6903F55}"/>
              </a:ext>
            </a:extLst>
          </p:cNvPr>
          <p:cNvGrpSpPr/>
          <p:nvPr/>
        </p:nvGrpSpPr>
        <p:grpSpPr>
          <a:xfrm>
            <a:off x="4389120" y="1947600"/>
            <a:ext cx="3428640" cy="1919880"/>
            <a:chOff x="4389120" y="1947600"/>
            <a:chExt cx="3428640" cy="1919880"/>
          </a:xfrm>
        </p:grpSpPr>
        <p:sp>
          <p:nvSpPr>
            <p:cNvPr id="123" name="!!src_1">
              <a:extLst>
                <a:ext uri="{FF2B5EF4-FFF2-40B4-BE49-F238E27FC236}">
                  <a16:creationId xmlns:a16="http://schemas.microsoft.com/office/drawing/2014/main" id="{A637997C-392F-210E-7751-299DA402EC5B}"/>
                </a:ext>
              </a:extLst>
            </p:cNvPr>
            <p:cNvSpPr/>
            <p:nvPr/>
          </p:nvSpPr>
          <p:spPr>
            <a:xfrm>
              <a:off x="4389120" y="1947600"/>
              <a:ext cx="3428640" cy="191988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404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!!srcline_1">
              <a:extLst>
                <a:ext uri="{FF2B5EF4-FFF2-40B4-BE49-F238E27FC236}">
                  <a16:creationId xmlns:a16="http://schemas.microsoft.com/office/drawing/2014/main" id="{564FC8DB-38F3-6828-8D04-341A92D0E420}"/>
                </a:ext>
              </a:extLst>
            </p:cNvPr>
            <p:cNvSpPr/>
            <p:nvPr/>
          </p:nvSpPr>
          <p:spPr>
            <a:xfrm>
              <a:off x="4389120" y="1947600"/>
              <a:ext cx="40680" cy="1919880"/>
            </a:xfrm>
            <a:prstGeom prst="rect">
              <a:avLst/>
            </a:prstGeom>
            <a:solidFill>
              <a:srgbClr val="B39BFF"/>
            </a:solidFill>
            <a:ln w="12600">
              <a:solidFill>
                <a:srgbClr val="B39BF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Shape 56">
              <a:extLst>
                <a:ext uri="{FF2B5EF4-FFF2-40B4-BE49-F238E27FC236}">
                  <a16:creationId xmlns:a16="http://schemas.microsoft.com/office/drawing/2014/main" id="{B86C097D-E6FD-BC8C-DB1D-89E730BA82E2}"/>
                </a:ext>
              </a:extLst>
            </p:cNvPr>
            <p:cNvSpPr/>
            <p:nvPr/>
          </p:nvSpPr>
          <p:spPr>
            <a:xfrm>
              <a:off x="4745880" y="2267640"/>
              <a:ext cx="82080" cy="82080"/>
            </a:xfrm>
            <a:prstGeom prst="ellipse">
              <a:avLst/>
            </a:prstGeom>
            <a:solidFill>
              <a:srgbClr val="B39BFF"/>
            </a:solidFill>
            <a:ln w="12600">
              <a:solidFill>
                <a:srgbClr val="B39BF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Shape 57">
              <a:extLst>
                <a:ext uri="{FF2B5EF4-FFF2-40B4-BE49-F238E27FC236}">
                  <a16:creationId xmlns:a16="http://schemas.microsoft.com/office/drawing/2014/main" id="{0EAA9995-FB7F-D142-F15F-B13DFB8512A3}"/>
                </a:ext>
              </a:extLst>
            </p:cNvPr>
            <p:cNvSpPr/>
            <p:nvPr/>
          </p:nvSpPr>
          <p:spPr>
            <a:xfrm>
              <a:off x="4658760" y="2203560"/>
              <a:ext cx="255600" cy="255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4760">
              <a:solidFill>
                <a:srgbClr val="B39B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!!srctext_1">
              <a:extLst>
                <a:ext uri="{FF2B5EF4-FFF2-40B4-BE49-F238E27FC236}">
                  <a16:creationId xmlns:a16="http://schemas.microsoft.com/office/drawing/2014/main" id="{122ED716-E11C-6088-0349-E9DD1501A8F3}"/>
                </a:ext>
              </a:extLst>
            </p:cNvPr>
            <p:cNvSpPr/>
            <p:nvPr/>
          </p:nvSpPr>
          <p:spPr>
            <a:xfrm>
              <a:off x="5001840" y="2148840"/>
              <a:ext cx="25142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SNIFFER BUS</a:t>
              </a:r>
              <a:endPara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Shape 59">
              <a:extLst>
                <a:ext uri="{FF2B5EF4-FFF2-40B4-BE49-F238E27FC236}">
                  <a16:creationId xmlns:a16="http://schemas.microsoft.com/office/drawing/2014/main" id="{7DDA6452-3B9C-57A3-0BD7-CD2641BC8D35}"/>
                </a:ext>
              </a:extLst>
            </p:cNvPr>
            <p:cNvSpPr/>
            <p:nvPr/>
          </p:nvSpPr>
          <p:spPr>
            <a:xfrm>
              <a:off x="4617720" y="2660760"/>
              <a:ext cx="214848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Shape 60">
              <a:extLst>
                <a:ext uri="{FF2B5EF4-FFF2-40B4-BE49-F238E27FC236}">
                  <a16:creationId xmlns:a16="http://schemas.microsoft.com/office/drawing/2014/main" id="{195C0C9B-1C8A-173F-489D-89D0C8FB1CBA}"/>
                </a:ext>
              </a:extLst>
            </p:cNvPr>
            <p:cNvSpPr/>
            <p:nvPr/>
          </p:nvSpPr>
          <p:spPr>
            <a:xfrm>
              <a:off x="4617720" y="2853000"/>
              <a:ext cx="245016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Shape 61">
              <a:extLst>
                <a:ext uri="{FF2B5EF4-FFF2-40B4-BE49-F238E27FC236}">
                  <a16:creationId xmlns:a16="http://schemas.microsoft.com/office/drawing/2014/main" id="{2E3F6F8A-C83A-99C9-97D2-4932AE2B5156}"/>
                </a:ext>
              </a:extLst>
            </p:cNvPr>
            <p:cNvSpPr/>
            <p:nvPr/>
          </p:nvSpPr>
          <p:spPr>
            <a:xfrm>
              <a:off x="4617720" y="3044880"/>
              <a:ext cx="1481040" cy="48240"/>
            </a:xfrm>
            <a:prstGeom prst="rect">
              <a:avLst/>
            </a:prstGeom>
            <a:solidFill>
              <a:srgbClr val="4D637A"/>
            </a:solidFill>
            <a:ln w="12600">
              <a:solidFill>
                <a:srgbClr val="4D637A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Shape 62">
              <a:extLst>
                <a:ext uri="{FF2B5EF4-FFF2-40B4-BE49-F238E27FC236}">
                  <a16:creationId xmlns:a16="http://schemas.microsoft.com/office/drawing/2014/main" id="{7307A93E-2778-AB84-C530-4C52410176CC}"/>
                </a:ext>
              </a:extLst>
            </p:cNvPr>
            <p:cNvSpPr/>
            <p:nvPr/>
          </p:nvSpPr>
          <p:spPr>
            <a:xfrm>
              <a:off x="4617720" y="3237120"/>
              <a:ext cx="2194200" cy="48240"/>
            </a:xfrm>
            <a:prstGeom prst="rect">
              <a:avLst/>
            </a:prstGeom>
            <a:solidFill>
              <a:srgbClr val="2C465F"/>
            </a:solidFill>
            <a:ln w="12600">
              <a:solidFill>
                <a:srgbClr val="2C465F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" rIns="90000" bIns="36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" name="Text 77">
            <a:extLst>
              <a:ext uri="{FF2B5EF4-FFF2-40B4-BE49-F238E27FC236}">
                <a16:creationId xmlns:a16="http://schemas.microsoft.com/office/drawing/2014/main" id="{2DF52D8E-FCD2-CDB0-8CA3-AFC0C42DBD42}"/>
              </a:ext>
            </a:extLst>
          </p:cNvPr>
          <p:cNvSpPr/>
          <p:nvPr/>
        </p:nvSpPr>
        <p:spPr>
          <a:xfrm>
            <a:off x="704160" y="4645080"/>
            <a:ext cx="3062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RECONCILE TIMESTAMPS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8">
            <a:extLst>
              <a:ext uri="{FF2B5EF4-FFF2-40B4-BE49-F238E27FC236}">
                <a16:creationId xmlns:a16="http://schemas.microsoft.com/office/drawing/2014/main" id="{6497458C-5480-E335-7812-4F2B37A229E1}"/>
              </a:ext>
            </a:extLst>
          </p:cNvPr>
          <p:cNvSpPr/>
          <p:nvPr/>
        </p:nvSpPr>
        <p:spPr>
          <a:xfrm>
            <a:off x="4425840" y="464508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CONNECT EVENTS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9">
            <a:extLst>
              <a:ext uri="{FF2B5EF4-FFF2-40B4-BE49-F238E27FC236}">
                <a16:creationId xmlns:a16="http://schemas.microsoft.com/office/drawing/2014/main" id="{4A8E2F8F-0C01-C7D5-DCD0-13E3229EBC1E}"/>
              </a:ext>
            </a:extLst>
          </p:cNvPr>
          <p:cNvSpPr/>
          <p:nvPr/>
        </p:nvSpPr>
        <p:spPr>
          <a:xfrm>
            <a:off x="8147160" y="4645080"/>
            <a:ext cx="3145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FIND THE CAUSE</a:t>
            </a:r>
            <a:endParaRPr lang="en-US" sz="122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0">
            <a:extLst>
              <a:ext uri="{FF2B5EF4-FFF2-40B4-BE49-F238E27FC236}">
                <a16:creationId xmlns:a16="http://schemas.microsoft.com/office/drawing/2014/main" id="{84D9CC84-8DBB-F419-DCE1-EBD9D4A7B62C}"/>
              </a:ext>
            </a:extLst>
          </p:cNvPr>
          <p:cNvSpPr/>
          <p:nvPr/>
        </p:nvSpPr>
        <p:spPr>
          <a:xfrm>
            <a:off x="685800" y="5266800"/>
            <a:ext cx="10798560" cy="74952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36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81">
            <a:extLst>
              <a:ext uri="{FF2B5EF4-FFF2-40B4-BE49-F238E27FC236}">
                <a16:creationId xmlns:a16="http://schemas.microsoft.com/office/drawing/2014/main" id="{ADB6B45C-A1B9-1281-4E2C-6B50566D3CF5}"/>
              </a:ext>
            </a:extLst>
          </p:cNvPr>
          <p:cNvSpPr/>
          <p:nvPr/>
        </p:nvSpPr>
        <p:spPr>
          <a:xfrm>
            <a:off x="685800" y="5266800"/>
            <a:ext cx="50040" cy="749520"/>
          </a:xfrm>
          <a:prstGeom prst="rect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2">
            <a:extLst>
              <a:ext uri="{FF2B5EF4-FFF2-40B4-BE49-F238E27FC236}">
                <a16:creationId xmlns:a16="http://schemas.microsoft.com/office/drawing/2014/main" id="{5314532F-13CB-0045-AB4E-FE632E661935}"/>
              </a:ext>
            </a:extLst>
          </p:cNvPr>
          <p:cNvSpPr/>
          <p:nvPr/>
        </p:nvSpPr>
        <p:spPr>
          <a:xfrm>
            <a:off x="951120" y="5449680"/>
            <a:ext cx="594324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HOURS OF MANUAL CORRELATION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3">
            <a:extLst>
              <a:ext uri="{FF2B5EF4-FFF2-40B4-BE49-F238E27FC236}">
                <a16:creationId xmlns:a16="http://schemas.microsoft.com/office/drawing/2014/main" id="{7377750F-847A-018A-36ED-2F7CE9651EB8}"/>
              </a:ext>
            </a:extLst>
          </p:cNvPr>
          <p:cNvSpPr/>
          <p:nvPr/>
        </p:nvSpPr>
        <p:spPr>
          <a:xfrm>
            <a:off x="7644240" y="5486400"/>
            <a:ext cx="3419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F27278"/>
                </a:solidFill>
                <a:effectLst/>
                <a:uFillTx/>
                <a:latin typeface="Inter"/>
                <a:ea typeface="Inter"/>
              </a:rPr>
              <a:t>Before any lesson can be learned.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4">
            <a:extLst>
              <a:ext uri="{FF2B5EF4-FFF2-40B4-BE49-F238E27FC236}">
                <a16:creationId xmlns:a16="http://schemas.microsoft.com/office/drawing/2014/main" id="{70E19551-EC40-804D-CE6E-15C2D7EA5530}"/>
              </a:ext>
            </a:extLst>
          </p:cNvPr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5">
            <a:extLst>
              <a:ext uri="{FF2B5EF4-FFF2-40B4-BE49-F238E27FC236}">
                <a16:creationId xmlns:a16="http://schemas.microsoft.com/office/drawing/2014/main" id="{D03E1B5A-0132-1680-E32E-E135C0927B85}"/>
              </a:ext>
            </a:extLst>
          </p:cNvPr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7">
            <a:extLst>
              <a:ext uri="{FF2B5EF4-FFF2-40B4-BE49-F238E27FC236}">
                <a16:creationId xmlns:a16="http://schemas.microsoft.com/office/drawing/2014/main" id="{A4591DC4-2850-C044-8F33-EE2E0AB80D4A}"/>
              </a:ext>
            </a:extLst>
          </p:cNvPr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FFBE4E-EF7C-A042-D34C-98825D7A4757}"/>
              </a:ext>
            </a:extLst>
          </p:cNvPr>
          <p:cNvSpPr/>
          <p:nvPr/>
        </p:nvSpPr>
        <p:spPr>
          <a:xfrm>
            <a:off x="9570071" y="4365907"/>
            <a:ext cx="212777" cy="210773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32888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"/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02 / THE SOLUTION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One timeline. One investigation.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TRACE unifies, investigates and explains — with evidence you can inspect.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!!src_0"/>
          <p:cNvSpPr/>
          <p:nvPr/>
        </p:nvSpPr>
        <p:spPr>
          <a:xfrm>
            <a:off x="685800" y="1929240"/>
            <a:ext cx="2651400" cy="149940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!!srcline_0"/>
          <p:cNvSpPr/>
          <p:nvPr/>
        </p:nvSpPr>
        <p:spPr>
          <a:xfrm>
            <a:off x="685800" y="1929240"/>
            <a:ext cx="40680" cy="1499400"/>
          </a:xfrm>
          <a:prstGeom prst="rect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932760" y="2139840"/>
            <a:ext cx="246600" cy="255600"/>
          </a:xfrm>
          <a:prstGeom prst="rect">
            <a:avLst/>
          </a:prstGeom>
          <a:solidFill>
            <a:srgbClr val="182B41"/>
          </a:solidFill>
          <a:ln w="176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982800" y="2217240"/>
            <a:ext cx="150840" cy="360"/>
          </a:xfrm>
          <a:prstGeom prst="line">
            <a:avLst/>
          </a:prstGeom>
          <a:ln w="140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1"/>
          <p:cNvSpPr/>
          <p:nvPr/>
        </p:nvSpPr>
        <p:spPr>
          <a:xfrm>
            <a:off x="982800" y="2286000"/>
            <a:ext cx="123480" cy="360"/>
          </a:xfrm>
          <a:prstGeom prst="line">
            <a:avLst/>
          </a:prstGeom>
          <a:ln w="140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!!srctext_0"/>
          <p:cNvSpPr/>
          <p:nvPr/>
        </p:nvSpPr>
        <p:spPr>
          <a:xfrm>
            <a:off x="1298520" y="21304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SYSTEM LOGS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914400" y="26427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4"/>
          <p:cNvSpPr/>
          <p:nvPr/>
        </p:nvSpPr>
        <p:spPr>
          <a:xfrm>
            <a:off x="914400" y="2834640"/>
            <a:ext cx="2029680" cy="48240"/>
          </a:xfrm>
          <a:prstGeom prst="rect">
            <a:avLst/>
          </a:prstGeom>
          <a:solidFill>
            <a:srgbClr val="4D637A"/>
          </a:solidFill>
          <a:ln w="12600">
            <a:solidFill>
              <a:srgbClr val="4D637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5"/>
          <p:cNvSpPr/>
          <p:nvPr/>
        </p:nvSpPr>
        <p:spPr>
          <a:xfrm>
            <a:off x="914400" y="3026520"/>
            <a:ext cx="1599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6"/>
          <p:cNvSpPr/>
          <p:nvPr/>
        </p:nvSpPr>
        <p:spPr>
          <a:xfrm>
            <a:off x="914400" y="32187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!!src_1"/>
          <p:cNvSpPr/>
          <p:nvPr/>
        </p:nvSpPr>
        <p:spPr>
          <a:xfrm>
            <a:off x="685800" y="3584520"/>
            <a:ext cx="2651400" cy="149940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!!srcline_1"/>
          <p:cNvSpPr/>
          <p:nvPr/>
        </p:nvSpPr>
        <p:spPr>
          <a:xfrm>
            <a:off x="685800" y="3584520"/>
            <a:ext cx="40680" cy="1499400"/>
          </a:xfrm>
          <a:prstGeom prst="rect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9"/>
          <p:cNvSpPr/>
          <p:nvPr/>
        </p:nvSpPr>
        <p:spPr>
          <a:xfrm>
            <a:off x="1042560" y="3904560"/>
            <a:ext cx="82080" cy="8208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0"/>
          <p:cNvSpPr/>
          <p:nvPr/>
        </p:nvSpPr>
        <p:spPr>
          <a:xfrm>
            <a:off x="955440" y="3840480"/>
            <a:ext cx="255600" cy="255600"/>
          </a:xfrm>
          <a:prstGeom prst="arc">
            <a:avLst>
              <a:gd name="adj1" fmla="val 16200000"/>
              <a:gd name="adj2" fmla="val 0"/>
            </a:avLst>
          </a:prstGeom>
          <a:noFill/>
          <a:ln w="14760">
            <a:solidFill>
              <a:srgbClr val="B39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!!srctext_1"/>
          <p:cNvSpPr/>
          <p:nvPr/>
        </p:nvSpPr>
        <p:spPr>
          <a:xfrm>
            <a:off x="1298520" y="378576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SNIFFER BUS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2"/>
          <p:cNvSpPr/>
          <p:nvPr/>
        </p:nvSpPr>
        <p:spPr>
          <a:xfrm>
            <a:off x="914400" y="4297680"/>
            <a:ext cx="214848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3"/>
          <p:cNvSpPr/>
          <p:nvPr/>
        </p:nvSpPr>
        <p:spPr>
          <a:xfrm>
            <a:off x="914400" y="44895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4"/>
          <p:cNvSpPr/>
          <p:nvPr/>
        </p:nvSpPr>
        <p:spPr>
          <a:xfrm>
            <a:off x="914400" y="4681800"/>
            <a:ext cx="1481040" cy="48240"/>
          </a:xfrm>
          <a:prstGeom prst="rect">
            <a:avLst/>
          </a:prstGeom>
          <a:solidFill>
            <a:srgbClr val="4D637A"/>
          </a:solidFill>
          <a:ln w="12600">
            <a:solidFill>
              <a:srgbClr val="4D637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5"/>
          <p:cNvSpPr/>
          <p:nvPr/>
        </p:nvSpPr>
        <p:spPr>
          <a:xfrm>
            <a:off x="914400" y="487368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!!src_2"/>
          <p:cNvSpPr/>
          <p:nvPr/>
        </p:nvSpPr>
        <p:spPr>
          <a:xfrm>
            <a:off x="685800" y="5230440"/>
            <a:ext cx="2651400" cy="100548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!!srcline_2"/>
          <p:cNvSpPr/>
          <p:nvPr/>
        </p:nvSpPr>
        <p:spPr>
          <a:xfrm>
            <a:off x="685800" y="5230440"/>
            <a:ext cx="40680" cy="1005480"/>
          </a:xfrm>
          <a:prstGeom prst="rect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8"/>
          <p:cNvSpPr/>
          <p:nvPr/>
        </p:nvSpPr>
        <p:spPr>
          <a:xfrm>
            <a:off x="951120" y="5431680"/>
            <a:ext cx="246600" cy="273960"/>
          </a:xfrm>
          <a:prstGeom prst="rect">
            <a:avLst/>
          </a:prstGeom>
          <a:solidFill>
            <a:srgbClr val="182B41"/>
          </a:solidFill>
          <a:ln w="1656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9"/>
          <p:cNvSpPr/>
          <p:nvPr/>
        </p:nvSpPr>
        <p:spPr>
          <a:xfrm>
            <a:off x="1005840" y="5513760"/>
            <a:ext cx="14616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0"/>
          <p:cNvSpPr/>
          <p:nvPr/>
        </p:nvSpPr>
        <p:spPr>
          <a:xfrm>
            <a:off x="1005840" y="5577840"/>
            <a:ext cx="11880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1"/>
          <p:cNvSpPr/>
          <p:nvPr/>
        </p:nvSpPr>
        <p:spPr>
          <a:xfrm>
            <a:off x="1005840" y="5641560"/>
            <a:ext cx="12780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!!srctext_2"/>
          <p:cNvSpPr/>
          <p:nvPr/>
        </p:nvSpPr>
        <p:spPr>
          <a:xfrm>
            <a:off x="1298520" y="54316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OPERATOR DIARY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3"/>
          <p:cNvSpPr/>
          <p:nvPr/>
        </p:nvSpPr>
        <p:spPr>
          <a:xfrm>
            <a:off x="914400" y="594360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4"/>
          <p:cNvSpPr/>
          <p:nvPr/>
        </p:nvSpPr>
        <p:spPr>
          <a:xfrm>
            <a:off x="3401280" y="2651760"/>
            <a:ext cx="1399320" cy="137160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5"/>
          <p:cNvSpPr/>
          <p:nvPr/>
        </p:nvSpPr>
        <p:spPr>
          <a:xfrm flipV="1">
            <a:off x="3401280" y="4023360"/>
            <a:ext cx="1399320" cy="27432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6"/>
          <p:cNvSpPr/>
          <p:nvPr/>
        </p:nvSpPr>
        <p:spPr>
          <a:xfrm flipV="1">
            <a:off x="3401280" y="4023360"/>
            <a:ext cx="1399320" cy="155448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D51616F-5FB5-5454-C9A8-7D866B482CD7}"/>
              </a:ext>
            </a:extLst>
          </p:cNvPr>
          <p:cNvGrpSpPr/>
          <p:nvPr/>
        </p:nvGrpSpPr>
        <p:grpSpPr>
          <a:xfrm>
            <a:off x="4800600" y="3237120"/>
            <a:ext cx="3062880" cy="1535760"/>
            <a:chOff x="4800600" y="3237120"/>
            <a:chExt cx="3062880" cy="1535760"/>
          </a:xfrm>
        </p:grpSpPr>
        <p:sp>
          <p:nvSpPr>
            <p:cNvPr id="194" name="Shape 37"/>
            <p:cNvSpPr/>
            <p:nvPr/>
          </p:nvSpPr>
          <p:spPr>
            <a:xfrm>
              <a:off x="4800600" y="3237120"/>
              <a:ext cx="3062880" cy="153576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176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Shape 38"/>
            <p:cNvSpPr/>
            <p:nvPr/>
          </p:nvSpPr>
          <p:spPr>
            <a:xfrm>
              <a:off x="5102280" y="3630240"/>
              <a:ext cx="484200" cy="484200"/>
            </a:xfrm>
            <a:prstGeom prst="ellipse">
              <a:avLst/>
            </a:prstGeom>
            <a:solidFill>
              <a:srgbClr val="174D58"/>
            </a:solidFill>
            <a:ln w="1260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 39"/>
            <p:cNvSpPr/>
            <p:nvPr/>
          </p:nvSpPr>
          <p:spPr>
            <a:xfrm>
              <a:off x="5262480" y="3753720"/>
              <a:ext cx="16416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fontScale="700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900" b="0" u="none" strike="noStrike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✦</a:t>
              </a:r>
              <a:endParaRPr lang="en-US" sz="1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!!trace_brand"/>
            <p:cNvSpPr/>
            <p:nvPr/>
          </p:nvSpPr>
          <p:spPr>
            <a:xfrm>
              <a:off x="5715000" y="3611880"/>
              <a:ext cx="182844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fontScale="92500"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2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TRACE</a:t>
              </a:r>
              <a:endPara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Text 41"/>
            <p:cNvSpPr/>
            <p:nvPr/>
          </p:nvSpPr>
          <p:spPr>
            <a:xfrm>
              <a:off x="5715000" y="3968640"/>
              <a:ext cx="182844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u="none" strike="noStrike">
                  <a:solidFill>
                    <a:srgbClr val="94A7BC"/>
                  </a:solidFill>
                  <a:effectLst/>
                  <a:uFillTx/>
                  <a:latin typeface="Inter"/>
                  <a:ea typeface="Inter"/>
                </a:rPr>
                <a:t>UNIFIED EVENT MODEL</a:t>
              </a:r>
              <a:endPara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9" name="Shape 42"/>
          <p:cNvSpPr/>
          <p:nvPr/>
        </p:nvSpPr>
        <p:spPr>
          <a:xfrm>
            <a:off x="7881840" y="4005000"/>
            <a:ext cx="631080" cy="360"/>
          </a:xfrm>
          <a:prstGeom prst="line">
            <a:avLst/>
          </a:prstGeom>
          <a:ln w="2160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A9F87A-4C92-5D82-ACFA-10E8855D4525}"/>
              </a:ext>
            </a:extLst>
          </p:cNvPr>
          <p:cNvGrpSpPr/>
          <p:nvPr/>
        </p:nvGrpSpPr>
        <p:grpSpPr>
          <a:xfrm>
            <a:off x="8577000" y="2660760"/>
            <a:ext cx="2880000" cy="2861640"/>
            <a:chOff x="8577000" y="2660760"/>
            <a:chExt cx="2880000" cy="2861640"/>
          </a:xfrm>
        </p:grpSpPr>
        <p:sp>
          <p:nvSpPr>
            <p:cNvPr id="200" name="Shape 43"/>
            <p:cNvSpPr/>
            <p:nvPr/>
          </p:nvSpPr>
          <p:spPr>
            <a:xfrm>
              <a:off x="8577000" y="2660760"/>
              <a:ext cx="2880000" cy="286164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152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Text 44"/>
            <p:cNvSpPr/>
            <p:nvPr/>
          </p:nvSpPr>
          <p:spPr>
            <a:xfrm>
              <a:off x="8823960" y="2971800"/>
              <a:ext cx="2239920" cy="21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u="none" strike="noStrike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INVESTIGATION LOOP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Shape 45"/>
            <p:cNvSpPr/>
            <p:nvPr/>
          </p:nvSpPr>
          <p:spPr>
            <a:xfrm>
              <a:off x="8823960" y="340164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B5256"/>
            </a:solidFill>
            <a:ln w="828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Text 46"/>
            <p:cNvSpPr/>
            <p:nvPr/>
          </p:nvSpPr>
          <p:spPr>
            <a:xfrm>
              <a:off x="8952120" y="347472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 dirty="0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01</a:t>
              </a:r>
              <a:endParaRPr lang="en-US" sz="900" b="0" u="none" strike="noStrike" dirty="0">
                <a:solidFill>
                  <a:srgbClr val="53D5D2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Text 47"/>
            <p:cNvSpPr/>
            <p:nvPr/>
          </p:nvSpPr>
          <p:spPr>
            <a:xfrm>
              <a:off x="9290160" y="345636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 dirty="0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Fetch evidence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Shape 48"/>
            <p:cNvSpPr/>
            <p:nvPr/>
          </p:nvSpPr>
          <p:spPr>
            <a:xfrm>
              <a:off x="8823960" y="383148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Text 49"/>
            <p:cNvSpPr/>
            <p:nvPr/>
          </p:nvSpPr>
          <p:spPr>
            <a:xfrm>
              <a:off x="8952120" y="390456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02</a:t>
              </a:r>
              <a:endParaRPr lang="en-US" sz="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 50"/>
            <p:cNvSpPr/>
            <p:nvPr/>
          </p:nvSpPr>
          <p:spPr>
            <a:xfrm>
              <a:off x="9290160" y="388620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Correlate events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Shape 51"/>
            <p:cNvSpPr/>
            <p:nvPr/>
          </p:nvSpPr>
          <p:spPr>
            <a:xfrm>
              <a:off x="8823960" y="426096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Text 52"/>
            <p:cNvSpPr/>
            <p:nvPr/>
          </p:nvSpPr>
          <p:spPr>
            <a:xfrm>
              <a:off x="8952120" y="433440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 dirty="0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03</a:t>
              </a:r>
              <a:endParaRPr lang="en-US" sz="9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Text 53"/>
            <p:cNvSpPr/>
            <p:nvPr/>
          </p:nvSpPr>
          <p:spPr>
            <a:xfrm>
              <a:off x="9290160" y="431604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Test hypotheses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Shape 54"/>
            <p:cNvSpPr/>
            <p:nvPr/>
          </p:nvSpPr>
          <p:spPr>
            <a:xfrm>
              <a:off x="8823960" y="469080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Text 55"/>
            <p:cNvSpPr/>
            <p:nvPr/>
          </p:nvSpPr>
          <p:spPr>
            <a:xfrm>
              <a:off x="8952120" y="476388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 dirty="0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04</a:t>
              </a:r>
              <a:endParaRPr lang="en-US" sz="900" b="0" u="none" strike="noStrike" dirty="0">
                <a:solidFill>
                  <a:srgbClr val="6F869E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 56"/>
            <p:cNvSpPr/>
            <p:nvPr/>
          </p:nvSpPr>
          <p:spPr>
            <a:xfrm>
              <a:off x="9290160" y="474588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 dirty="0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Verify references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Shape 57"/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8"/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0"/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animBg="1"/>
      <p:bldP spid="192" grpId="0" animBg="1"/>
      <p:bldP spid="193" grpId="0" animBg="1"/>
      <p:bldP spid="19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6ABD9-BE6D-2FCF-3A6C-724ED6A1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">
            <a:extLst>
              <a:ext uri="{FF2B5EF4-FFF2-40B4-BE49-F238E27FC236}">
                <a16:creationId xmlns:a16="http://schemas.microsoft.com/office/drawing/2014/main" id="{E65452F2-F26A-99B6-4E16-FD39A901E3C5}"/>
              </a:ext>
            </a:extLst>
          </p:cNvPr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>
            <a:extLst>
              <a:ext uri="{FF2B5EF4-FFF2-40B4-BE49-F238E27FC236}">
                <a16:creationId xmlns:a16="http://schemas.microsoft.com/office/drawing/2014/main" id="{DCFC6F8B-7ADE-CD95-83C0-AB41444A2C0D}"/>
              </a:ext>
            </a:extLst>
          </p:cNvPr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">
            <a:extLst>
              <a:ext uri="{FF2B5EF4-FFF2-40B4-BE49-F238E27FC236}">
                <a16:creationId xmlns:a16="http://schemas.microsoft.com/office/drawing/2014/main" id="{D56B599E-ADAD-DCE5-0690-EA96FB106DCA}"/>
              </a:ext>
            </a:extLst>
          </p:cNvPr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02 / THE SOLUTION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>
            <a:extLst>
              <a:ext uri="{FF2B5EF4-FFF2-40B4-BE49-F238E27FC236}">
                <a16:creationId xmlns:a16="http://schemas.microsoft.com/office/drawing/2014/main" id="{9CFC4261-A0E7-BD22-E57A-99480867F36A}"/>
              </a:ext>
            </a:extLst>
          </p:cNvPr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One timeline. One investigation.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>
            <a:extLst>
              <a:ext uri="{FF2B5EF4-FFF2-40B4-BE49-F238E27FC236}">
                <a16:creationId xmlns:a16="http://schemas.microsoft.com/office/drawing/2014/main" id="{A823C842-1BF7-D766-C6BE-DEE73D8CA131}"/>
              </a:ext>
            </a:extLst>
          </p:cNvPr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TRACE unifies, investigates and explains — with evidence you can inspect.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>
            <a:extLst>
              <a:ext uri="{FF2B5EF4-FFF2-40B4-BE49-F238E27FC236}">
                <a16:creationId xmlns:a16="http://schemas.microsoft.com/office/drawing/2014/main" id="{F9DBAEF7-037B-7091-0EA0-1C4A723352FE}"/>
              </a:ext>
            </a:extLst>
          </p:cNvPr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!!src_0">
            <a:extLst>
              <a:ext uri="{FF2B5EF4-FFF2-40B4-BE49-F238E27FC236}">
                <a16:creationId xmlns:a16="http://schemas.microsoft.com/office/drawing/2014/main" id="{ED802EFE-3359-6A71-8078-745C448F28FC}"/>
              </a:ext>
            </a:extLst>
          </p:cNvPr>
          <p:cNvSpPr/>
          <p:nvPr/>
        </p:nvSpPr>
        <p:spPr>
          <a:xfrm>
            <a:off x="685800" y="1929240"/>
            <a:ext cx="2651400" cy="149940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!!srcline_0">
            <a:extLst>
              <a:ext uri="{FF2B5EF4-FFF2-40B4-BE49-F238E27FC236}">
                <a16:creationId xmlns:a16="http://schemas.microsoft.com/office/drawing/2014/main" id="{C3815EB0-DC0F-DDC9-4959-BD33761470DC}"/>
              </a:ext>
            </a:extLst>
          </p:cNvPr>
          <p:cNvSpPr/>
          <p:nvPr/>
        </p:nvSpPr>
        <p:spPr>
          <a:xfrm>
            <a:off x="685800" y="1929240"/>
            <a:ext cx="40680" cy="1499400"/>
          </a:xfrm>
          <a:prstGeom prst="rect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9">
            <a:extLst>
              <a:ext uri="{FF2B5EF4-FFF2-40B4-BE49-F238E27FC236}">
                <a16:creationId xmlns:a16="http://schemas.microsoft.com/office/drawing/2014/main" id="{10B81432-66AC-E3CA-08E3-FC4DA8DBB606}"/>
              </a:ext>
            </a:extLst>
          </p:cNvPr>
          <p:cNvSpPr/>
          <p:nvPr/>
        </p:nvSpPr>
        <p:spPr>
          <a:xfrm>
            <a:off x="932760" y="2139840"/>
            <a:ext cx="246600" cy="255600"/>
          </a:xfrm>
          <a:prstGeom prst="rect">
            <a:avLst/>
          </a:prstGeom>
          <a:solidFill>
            <a:srgbClr val="182B41"/>
          </a:solidFill>
          <a:ln w="176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0">
            <a:extLst>
              <a:ext uri="{FF2B5EF4-FFF2-40B4-BE49-F238E27FC236}">
                <a16:creationId xmlns:a16="http://schemas.microsoft.com/office/drawing/2014/main" id="{17A71ECE-DC7F-E667-4CB4-B00AAEFFA577}"/>
              </a:ext>
            </a:extLst>
          </p:cNvPr>
          <p:cNvSpPr/>
          <p:nvPr/>
        </p:nvSpPr>
        <p:spPr>
          <a:xfrm>
            <a:off x="982800" y="2217240"/>
            <a:ext cx="150840" cy="360"/>
          </a:xfrm>
          <a:prstGeom prst="line">
            <a:avLst/>
          </a:prstGeom>
          <a:ln w="140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1">
            <a:extLst>
              <a:ext uri="{FF2B5EF4-FFF2-40B4-BE49-F238E27FC236}">
                <a16:creationId xmlns:a16="http://schemas.microsoft.com/office/drawing/2014/main" id="{865EB1C8-0B3F-D529-A3A3-CFA345DCE51C}"/>
              </a:ext>
            </a:extLst>
          </p:cNvPr>
          <p:cNvSpPr/>
          <p:nvPr/>
        </p:nvSpPr>
        <p:spPr>
          <a:xfrm>
            <a:off x="982800" y="2286000"/>
            <a:ext cx="123480" cy="360"/>
          </a:xfrm>
          <a:prstGeom prst="line">
            <a:avLst/>
          </a:prstGeom>
          <a:ln w="140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!!srctext_0">
            <a:extLst>
              <a:ext uri="{FF2B5EF4-FFF2-40B4-BE49-F238E27FC236}">
                <a16:creationId xmlns:a16="http://schemas.microsoft.com/office/drawing/2014/main" id="{CC1B853E-A315-A7EF-CFC2-7A0FDB0F6E03}"/>
              </a:ext>
            </a:extLst>
          </p:cNvPr>
          <p:cNvSpPr/>
          <p:nvPr/>
        </p:nvSpPr>
        <p:spPr>
          <a:xfrm>
            <a:off x="1298520" y="21304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SYSTEM LOGS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3">
            <a:extLst>
              <a:ext uri="{FF2B5EF4-FFF2-40B4-BE49-F238E27FC236}">
                <a16:creationId xmlns:a16="http://schemas.microsoft.com/office/drawing/2014/main" id="{838F54BF-D4A3-1E99-09C8-325757B16279}"/>
              </a:ext>
            </a:extLst>
          </p:cNvPr>
          <p:cNvSpPr/>
          <p:nvPr/>
        </p:nvSpPr>
        <p:spPr>
          <a:xfrm>
            <a:off x="914400" y="26427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4">
            <a:extLst>
              <a:ext uri="{FF2B5EF4-FFF2-40B4-BE49-F238E27FC236}">
                <a16:creationId xmlns:a16="http://schemas.microsoft.com/office/drawing/2014/main" id="{DFA3A697-0C10-FD5B-ADB7-1E05853597B8}"/>
              </a:ext>
            </a:extLst>
          </p:cNvPr>
          <p:cNvSpPr/>
          <p:nvPr/>
        </p:nvSpPr>
        <p:spPr>
          <a:xfrm>
            <a:off x="914400" y="2834640"/>
            <a:ext cx="2029680" cy="48240"/>
          </a:xfrm>
          <a:prstGeom prst="rect">
            <a:avLst/>
          </a:prstGeom>
          <a:solidFill>
            <a:srgbClr val="4D637A"/>
          </a:solidFill>
          <a:ln w="12600">
            <a:solidFill>
              <a:srgbClr val="4D637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5">
            <a:extLst>
              <a:ext uri="{FF2B5EF4-FFF2-40B4-BE49-F238E27FC236}">
                <a16:creationId xmlns:a16="http://schemas.microsoft.com/office/drawing/2014/main" id="{D668423B-7A42-020C-2EF9-A4DEF15D0F29}"/>
              </a:ext>
            </a:extLst>
          </p:cNvPr>
          <p:cNvSpPr/>
          <p:nvPr/>
        </p:nvSpPr>
        <p:spPr>
          <a:xfrm>
            <a:off x="914400" y="3026520"/>
            <a:ext cx="1599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6">
            <a:extLst>
              <a:ext uri="{FF2B5EF4-FFF2-40B4-BE49-F238E27FC236}">
                <a16:creationId xmlns:a16="http://schemas.microsoft.com/office/drawing/2014/main" id="{919E9DC9-B23C-ED77-4D85-81C48B698837}"/>
              </a:ext>
            </a:extLst>
          </p:cNvPr>
          <p:cNvSpPr/>
          <p:nvPr/>
        </p:nvSpPr>
        <p:spPr>
          <a:xfrm>
            <a:off x="914400" y="32187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!!src_1">
            <a:extLst>
              <a:ext uri="{FF2B5EF4-FFF2-40B4-BE49-F238E27FC236}">
                <a16:creationId xmlns:a16="http://schemas.microsoft.com/office/drawing/2014/main" id="{D4A2FDF5-6553-2504-4CC0-86F27189C0A8}"/>
              </a:ext>
            </a:extLst>
          </p:cNvPr>
          <p:cNvSpPr/>
          <p:nvPr/>
        </p:nvSpPr>
        <p:spPr>
          <a:xfrm>
            <a:off x="685800" y="3584520"/>
            <a:ext cx="2651400" cy="149940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!!srcline_1">
            <a:extLst>
              <a:ext uri="{FF2B5EF4-FFF2-40B4-BE49-F238E27FC236}">
                <a16:creationId xmlns:a16="http://schemas.microsoft.com/office/drawing/2014/main" id="{5034D494-6D51-A17A-FF0F-0DD60E52C889}"/>
              </a:ext>
            </a:extLst>
          </p:cNvPr>
          <p:cNvSpPr/>
          <p:nvPr/>
        </p:nvSpPr>
        <p:spPr>
          <a:xfrm>
            <a:off x="685800" y="3584520"/>
            <a:ext cx="40680" cy="1499400"/>
          </a:xfrm>
          <a:prstGeom prst="rect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9">
            <a:extLst>
              <a:ext uri="{FF2B5EF4-FFF2-40B4-BE49-F238E27FC236}">
                <a16:creationId xmlns:a16="http://schemas.microsoft.com/office/drawing/2014/main" id="{B71672EE-5BC2-3304-BB32-B827808C53B1}"/>
              </a:ext>
            </a:extLst>
          </p:cNvPr>
          <p:cNvSpPr/>
          <p:nvPr/>
        </p:nvSpPr>
        <p:spPr>
          <a:xfrm>
            <a:off x="1042560" y="3904560"/>
            <a:ext cx="82080" cy="8208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0">
            <a:extLst>
              <a:ext uri="{FF2B5EF4-FFF2-40B4-BE49-F238E27FC236}">
                <a16:creationId xmlns:a16="http://schemas.microsoft.com/office/drawing/2014/main" id="{25FDCCBF-E066-F697-E981-4B20BC88D7E7}"/>
              </a:ext>
            </a:extLst>
          </p:cNvPr>
          <p:cNvSpPr/>
          <p:nvPr/>
        </p:nvSpPr>
        <p:spPr>
          <a:xfrm>
            <a:off x="955440" y="3840480"/>
            <a:ext cx="255600" cy="255600"/>
          </a:xfrm>
          <a:prstGeom prst="arc">
            <a:avLst>
              <a:gd name="adj1" fmla="val 16200000"/>
              <a:gd name="adj2" fmla="val 0"/>
            </a:avLst>
          </a:prstGeom>
          <a:noFill/>
          <a:ln w="14760">
            <a:solidFill>
              <a:srgbClr val="B39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!!srctext_1">
            <a:extLst>
              <a:ext uri="{FF2B5EF4-FFF2-40B4-BE49-F238E27FC236}">
                <a16:creationId xmlns:a16="http://schemas.microsoft.com/office/drawing/2014/main" id="{91903EBD-D835-F500-3D61-28F667FF054F}"/>
              </a:ext>
            </a:extLst>
          </p:cNvPr>
          <p:cNvSpPr/>
          <p:nvPr/>
        </p:nvSpPr>
        <p:spPr>
          <a:xfrm>
            <a:off x="1298520" y="378576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SNIFFER BUS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2">
            <a:extLst>
              <a:ext uri="{FF2B5EF4-FFF2-40B4-BE49-F238E27FC236}">
                <a16:creationId xmlns:a16="http://schemas.microsoft.com/office/drawing/2014/main" id="{95ECBD7D-0BD9-68C6-4DFB-BD57150E160E}"/>
              </a:ext>
            </a:extLst>
          </p:cNvPr>
          <p:cNvSpPr/>
          <p:nvPr/>
        </p:nvSpPr>
        <p:spPr>
          <a:xfrm>
            <a:off x="914400" y="4297680"/>
            <a:ext cx="214848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3">
            <a:extLst>
              <a:ext uri="{FF2B5EF4-FFF2-40B4-BE49-F238E27FC236}">
                <a16:creationId xmlns:a16="http://schemas.microsoft.com/office/drawing/2014/main" id="{54FF66EA-8468-6694-53F3-DB9BD230463E}"/>
              </a:ext>
            </a:extLst>
          </p:cNvPr>
          <p:cNvSpPr/>
          <p:nvPr/>
        </p:nvSpPr>
        <p:spPr>
          <a:xfrm>
            <a:off x="914400" y="44895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4">
            <a:extLst>
              <a:ext uri="{FF2B5EF4-FFF2-40B4-BE49-F238E27FC236}">
                <a16:creationId xmlns:a16="http://schemas.microsoft.com/office/drawing/2014/main" id="{5FBD196E-D63D-3861-B9E1-22BDD1D0F1CF}"/>
              </a:ext>
            </a:extLst>
          </p:cNvPr>
          <p:cNvSpPr/>
          <p:nvPr/>
        </p:nvSpPr>
        <p:spPr>
          <a:xfrm>
            <a:off x="914400" y="4681800"/>
            <a:ext cx="1481040" cy="48240"/>
          </a:xfrm>
          <a:prstGeom prst="rect">
            <a:avLst/>
          </a:prstGeom>
          <a:solidFill>
            <a:srgbClr val="4D637A"/>
          </a:solidFill>
          <a:ln w="12600">
            <a:solidFill>
              <a:srgbClr val="4D637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5">
            <a:extLst>
              <a:ext uri="{FF2B5EF4-FFF2-40B4-BE49-F238E27FC236}">
                <a16:creationId xmlns:a16="http://schemas.microsoft.com/office/drawing/2014/main" id="{0F4447CC-AAD2-0ECC-F692-D8531FD2848A}"/>
              </a:ext>
            </a:extLst>
          </p:cNvPr>
          <p:cNvSpPr/>
          <p:nvPr/>
        </p:nvSpPr>
        <p:spPr>
          <a:xfrm>
            <a:off x="914400" y="487368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!!src_2">
            <a:extLst>
              <a:ext uri="{FF2B5EF4-FFF2-40B4-BE49-F238E27FC236}">
                <a16:creationId xmlns:a16="http://schemas.microsoft.com/office/drawing/2014/main" id="{FE579A09-B1E4-3024-A449-9F4835BF64C8}"/>
              </a:ext>
            </a:extLst>
          </p:cNvPr>
          <p:cNvSpPr/>
          <p:nvPr/>
        </p:nvSpPr>
        <p:spPr>
          <a:xfrm>
            <a:off x="685800" y="5230440"/>
            <a:ext cx="2651400" cy="100548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!!srcline_2">
            <a:extLst>
              <a:ext uri="{FF2B5EF4-FFF2-40B4-BE49-F238E27FC236}">
                <a16:creationId xmlns:a16="http://schemas.microsoft.com/office/drawing/2014/main" id="{EA08AD51-BBDD-1B8E-5459-C14C9C8CDD3F}"/>
              </a:ext>
            </a:extLst>
          </p:cNvPr>
          <p:cNvSpPr/>
          <p:nvPr/>
        </p:nvSpPr>
        <p:spPr>
          <a:xfrm>
            <a:off x="685800" y="5230440"/>
            <a:ext cx="40680" cy="1005480"/>
          </a:xfrm>
          <a:prstGeom prst="rect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8">
            <a:extLst>
              <a:ext uri="{FF2B5EF4-FFF2-40B4-BE49-F238E27FC236}">
                <a16:creationId xmlns:a16="http://schemas.microsoft.com/office/drawing/2014/main" id="{44318DA8-8DAE-932B-FD48-5F1E5BEB6318}"/>
              </a:ext>
            </a:extLst>
          </p:cNvPr>
          <p:cNvSpPr/>
          <p:nvPr/>
        </p:nvSpPr>
        <p:spPr>
          <a:xfrm>
            <a:off x="951120" y="5431680"/>
            <a:ext cx="246600" cy="273960"/>
          </a:xfrm>
          <a:prstGeom prst="rect">
            <a:avLst/>
          </a:prstGeom>
          <a:solidFill>
            <a:srgbClr val="182B41"/>
          </a:solidFill>
          <a:ln w="1656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9">
            <a:extLst>
              <a:ext uri="{FF2B5EF4-FFF2-40B4-BE49-F238E27FC236}">
                <a16:creationId xmlns:a16="http://schemas.microsoft.com/office/drawing/2014/main" id="{928EFB7C-289B-7F58-2BE5-D45DB59F127E}"/>
              </a:ext>
            </a:extLst>
          </p:cNvPr>
          <p:cNvSpPr/>
          <p:nvPr/>
        </p:nvSpPr>
        <p:spPr>
          <a:xfrm>
            <a:off x="1005840" y="5513760"/>
            <a:ext cx="14616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0">
            <a:extLst>
              <a:ext uri="{FF2B5EF4-FFF2-40B4-BE49-F238E27FC236}">
                <a16:creationId xmlns:a16="http://schemas.microsoft.com/office/drawing/2014/main" id="{6CD02B39-E33C-A801-0F21-817D2B094B2F}"/>
              </a:ext>
            </a:extLst>
          </p:cNvPr>
          <p:cNvSpPr/>
          <p:nvPr/>
        </p:nvSpPr>
        <p:spPr>
          <a:xfrm>
            <a:off x="1005840" y="5577840"/>
            <a:ext cx="11880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1">
            <a:extLst>
              <a:ext uri="{FF2B5EF4-FFF2-40B4-BE49-F238E27FC236}">
                <a16:creationId xmlns:a16="http://schemas.microsoft.com/office/drawing/2014/main" id="{CD178BD8-07C2-0897-B63F-6A252A28828F}"/>
              </a:ext>
            </a:extLst>
          </p:cNvPr>
          <p:cNvSpPr/>
          <p:nvPr/>
        </p:nvSpPr>
        <p:spPr>
          <a:xfrm>
            <a:off x="1005840" y="5641560"/>
            <a:ext cx="12780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!!srctext_2">
            <a:extLst>
              <a:ext uri="{FF2B5EF4-FFF2-40B4-BE49-F238E27FC236}">
                <a16:creationId xmlns:a16="http://schemas.microsoft.com/office/drawing/2014/main" id="{419DB6A8-EA17-A494-35B8-F3C1DF3B2FA4}"/>
              </a:ext>
            </a:extLst>
          </p:cNvPr>
          <p:cNvSpPr/>
          <p:nvPr/>
        </p:nvSpPr>
        <p:spPr>
          <a:xfrm>
            <a:off x="1298520" y="54316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OPERATOR DIARY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3">
            <a:extLst>
              <a:ext uri="{FF2B5EF4-FFF2-40B4-BE49-F238E27FC236}">
                <a16:creationId xmlns:a16="http://schemas.microsoft.com/office/drawing/2014/main" id="{14206B6A-2689-ED36-8695-42B26E9A157A}"/>
              </a:ext>
            </a:extLst>
          </p:cNvPr>
          <p:cNvSpPr/>
          <p:nvPr/>
        </p:nvSpPr>
        <p:spPr>
          <a:xfrm>
            <a:off x="914400" y="594360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4">
            <a:extLst>
              <a:ext uri="{FF2B5EF4-FFF2-40B4-BE49-F238E27FC236}">
                <a16:creationId xmlns:a16="http://schemas.microsoft.com/office/drawing/2014/main" id="{4AD2BF35-03EB-0E87-6C73-4E7C8D787CB3}"/>
              </a:ext>
            </a:extLst>
          </p:cNvPr>
          <p:cNvSpPr/>
          <p:nvPr/>
        </p:nvSpPr>
        <p:spPr>
          <a:xfrm>
            <a:off x="3401280" y="2651760"/>
            <a:ext cx="1399320" cy="137160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5">
            <a:extLst>
              <a:ext uri="{FF2B5EF4-FFF2-40B4-BE49-F238E27FC236}">
                <a16:creationId xmlns:a16="http://schemas.microsoft.com/office/drawing/2014/main" id="{CAFB2FC8-88EB-97CE-6D6D-86C364D9C042}"/>
              </a:ext>
            </a:extLst>
          </p:cNvPr>
          <p:cNvSpPr/>
          <p:nvPr/>
        </p:nvSpPr>
        <p:spPr>
          <a:xfrm flipV="1">
            <a:off x="3401280" y="4023360"/>
            <a:ext cx="1399320" cy="27432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6">
            <a:extLst>
              <a:ext uri="{FF2B5EF4-FFF2-40B4-BE49-F238E27FC236}">
                <a16:creationId xmlns:a16="http://schemas.microsoft.com/office/drawing/2014/main" id="{E8F401FA-8D60-1B83-306A-2D0FB3B30949}"/>
              </a:ext>
            </a:extLst>
          </p:cNvPr>
          <p:cNvSpPr/>
          <p:nvPr/>
        </p:nvSpPr>
        <p:spPr>
          <a:xfrm flipV="1">
            <a:off x="3401280" y="4023360"/>
            <a:ext cx="1399320" cy="155448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64C66D-AACD-468D-F7B5-6F6928A09E90}"/>
              </a:ext>
            </a:extLst>
          </p:cNvPr>
          <p:cNvGrpSpPr/>
          <p:nvPr/>
        </p:nvGrpSpPr>
        <p:grpSpPr>
          <a:xfrm>
            <a:off x="4800600" y="3237120"/>
            <a:ext cx="3062880" cy="1535760"/>
            <a:chOff x="4800600" y="3237120"/>
            <a:chExt cx="3062880" cy="1535760"/>
          </a:xfrm>
        </p:grpSpPr>
        <p:sp>
          <p:nvSpPr>
            <p:cNvPr id="194" name="Shape 37">
              <a:extLst>
                <a:ext uri="{FF2B5EF4-FFF2-40B4-BE49-F238E27FC236}">
                  <a16:creationId xmlns:a16="http://schemas.microsoft.com/office/drawing/2014/main" id="{8409746F-99F4-89F5-1E87-26CF658A4B84}"/>
                </a:ext>
              </a:extLst>
            </p:cNvPr>
            <p:cNvSpPr/>
            <p:nvPr/>
          </p:nvSpPr>
          <p:spPr>
            <a:xfrm>
              <a:off x="4800600" y="3237120"/>
              <a:ext cx="3062880" cy="153576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176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Shape 38">
              <a:extLst>
                <a:ext uri="{FF2B5EF4-FFF2-40B4-BE49-F238E27FC236}">
                  <a16:creationId xmlns:a16="http://schemas.microsoft.com/office/drawing/2014/main" id="{4C00E896-8782-8AE5-9C47-ADD3063C4088}"/>
                </a:ext>
              </a:extLst>
            </p:cNvPr>
            <p:cNvSpPr/>
            <p:nvPr/>
          </p:nvSpPr>
          <p:spPr>
            <a:xfrm>
              <a:off x="5102280" y="3630240"/>
              <a:ext cx="484200" cy="484200"/>
            </a:xfrm>
            <a:prstGeom prst="ellipse">
              <a:avLst/>
            </a:prstGeom>
            <a:solidFill>
              <a:srgbClr val="174D58"/>
            </a:solidFill>
            <a:ln w="1260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 39">
              <a:extLst>
                <a:ext uri="{FF2B5EF4-FFF2-40B4-BE49-F238E27FC236}">
                  <a16:creationId xmlns:a16="http://schemas.microsoft.com/office/drawing/2014/main" id="{264CF216-DF0D-513E-A44F-68A4C78F2A92}"/>
                </a:ext>
              </a:extLst>
            </p:cNvPr>
            <p:cNvSpPr/>
            <p:nvPr/>
          </p:nvSpPr>
          <p:spPr>
            <a:xfrm>
              <a:off x="5262480" y="3753720"/>
              <a:ext cx="16416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fontScale="700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900" b="0" u="none" strike="noStrike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✦</a:t>
              </a:r>
              <a:endParaRPr lang="en-US" sz="1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!!trace_brand">
              <a:extLst>
                <a:ext uri="{FF2B5EF4-FFF2-40B4-BE49-F238E27FC236}">
                  <a16:creationId xmlns:a16="http://schemas.microsoft.com/office/drawing/2014/main" id="{0797469F-9DE8-6465-4530-7932D88D0FE5}"/>
                </a:ext>
              </a:extLst>
            </p:cNvPr>
            <p:cNvSpPr/>
            <p:nvPr/>
          </p:nvSpPr>
          <p:spPr>
            <a:xfrm>
              <a:off x="5715000" y="3611880"/>
              <a:ext cx="182844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fontScale="92500"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2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TRACE</a:t>
              </a:r>
              <a:endPara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Text 41">
              <a:extLst>
                <a:ext uri="{FF2B5EF4-FFF2-40B4-BE49-F238E27FC236}">
                  <a16:creationId xmlns:a16="http://schemas.microsoft.com/office/drawing/2014/main" id="{8BA4AAFC-178E-56DD-130F-C32AE216F898}"/>
                </a:ext>
              </a:extLst>
            </p:cNvPr>
            <p:cNvSpPr/>
            <p:nvPr/>
          </p:nvSpPr>
          <p:spPr>
            <a:xfrm>
              <a:off x="5715000" y="3968640"/>
              <a:ext cx="182844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u="none" strike="noStrike">
                  <a:solidFill>
                    <a:srgbClr val="94A7BC"/>
                  </a:solidFill>
                  <a:effectLst/>
                  <a:uFillTx/>
                  <a:latin typeface="Inter"/>
                  <a:ea typeface="Inter"/>
                </a:rPr>
                <a:t>UNIFIED EVENT MODEL</a:t>
              </a:r>
              <a:endPara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9" name="Shape 42">
            <a:extLst>
              <a:ext uri="{FF2B5EF4-FFF2-40B4-BE49-F238E27FC236}">
                <a16:creationId xmlns:a16="http://schemas.microsoft.com/office/drawing/2014/main" id="{D1EBEE28-9FF9-BFC2-B337-0A3AB376D63C}"/>
              </a:ext>
            </a:extLst>
          </p:cNvPr>
          <p:cNvSpPr/>
          <p:nvPr/>
        </p:nvSpPr>
        <p:spPr>
          <a:xfrm>
            <a:off x="7881840" y="4005000"/>
            <a:ext cx="631080" cy="360"/>
          </a:xfrm>
          <a:prstGeom prst="line">
            <a:avLst/>
          </a:prstGeom>
          <a:ln w="2160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3FFE78B-DDB1-3B34-9838-1CCCC2D25456}"/>
              </a:ext>
            </a:extLst>
          </p:cNvPr>
          <p:cNvGrpSpPr/>
          <p:nvPr/>
        </p:nvGrpSpPr>
        <p:grpSpPr>
          <a:xfrm>
            <a:off x="8577000" y="2660760"/>
            <a:ext cx="2880000" cy="2861640"/>
            <a:chOff x="8577000" y="2660760"/>
            <a:chExt cx="2880000" cy="2861640"/>
          </a:xfrm>
        </p:grpSpPr>
        <p:sp>
          <p:nvSpPr>
            <p:cNvPr id="200" name="Shape 43">
              <a:extLst>
                <a:ext uri="{FF2B5EF4-FFF2-40B4-BE49-F238E27FC236}">
                  <a16:creationId xmlns:a16="http://schemas.microsoft.com/office/drawing/2014/main" id="{14F0C25B-8813-C29F-9372-DB57518F942B}"/>
                </a:ext>
              </a:extLst>
            </p:cNvPr>
            <p:cNvSpPr/>
            <p:nvPr/>
          </p:nvSpPr>
          <p:spPr>
            <a:xfrm>
              <a:off x="8577000" y="2660760"/>
              <a:ext cx="2880000" cy="286164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152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Text 44">
              <a:extLst>
                <a:ext uri="{FF2B5EF4-FFF2-40B4-BE49-F238E27FC236}">
                  <a16:creationId xmlns:a16="http://schemas.microsoft.com/office/drawing/2014/main" id="{1010AC84-C062-A8F5-A5F7-1D45F1DC8548}"/>
                </a:ext>
              </a:extLst>
            </p:cNvPr>
            <p:cNvSpPr/>
            <p:nvPr/>
          </p:nvSpPr>
          <p:spPr>
            <a:xfrm>
              <a:off x="8823960" y="2971800"/>
              <a:ext cx="2239920" cy="21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u="none" strike="noStrike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INVESTIGATION LOOP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Shape 45">
              <a:extLst>
                <a:ext uri="{FF2B5EF4-FFF2-40B4-BE49-F238E27FC236}">
                  <a16:creationId xmlns:a16="http://schemas.microsoft.com/office/drawing/2014/main" id="{1532175B-C379-6C91-F9FC-7207699CA33E}"/>
                </a:ext>
              </a:extLst>
            </p:cNvPr>
            <p:cNvSpPr/>
            <p:nvPr/>
          </p:nvSpPr>
          <p:spPr>
            <a:xfrm>
              <a:off x="8823960" y="340164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Text 46">
              <a:extLst>
                <a:ext uri="{FF2B5EF4-FFF2-40B4-BE49-F238E27FC236}">
                  <a16:creationId xmlns:a16="http://schemas.microsoft.com/office/drawing/2014/main" id="{05FE70A0-EF2E-4879-5F21-592CA56DB95C}"/>
                </a:ext>
              </a:extLst>
            </p:cNvPr>
            <p:cNvSpPr/>
            <p:nvPr/>
          </p:nvSpPr>
          <p:spPr>
            <a:xfrm>
              <a:off x="8952120" y="347472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01</a:t>
              </a:r>
              <a:endParaRPr lang="en-US" sz="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Text 47">
              <a:extLst>
                <a:ext uri="{FF2B5EF4-FFF2-40B4-BE49-F238E27FC236}">
                  <a16:creationId xmlns:a16="http://schemas.microsoft.com/office/drawing/2014/main" id="{5F1443A7-FD6C-6829-15A8-D38B8139D9BE}"/>
                </a:ext>
              </a:extLst>
            </p:cNvPr>
            <p:cNvSpPr/>
            <p:nvPr/>
          </p:nvSpPr>
          <p:spPr>
            <a:xfrm>
              <a:off x="9290160" y="345636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Fetch evidence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Shape 48">
              <a:extLst>
                <a:ext uri="{FF2B5EF4-FFF2-40B4-BE49-F238E27FC236}">
                  <a16:creationId xmlns:a16="http://schemas.microsoft.com/office/drawing/2014/main" id="{9731D47A-C233-1148-824C-57A070BE46D3}"/>
                </a:ext>
              </a:extLst>
            </p:cNvPr>
            <p:cNvSpPr/>
            <p:nvPr/>
          </p:nvSpPr>
          <p:spPr>
            <a:xfrm>
              <a:off x="8823960" y="383148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B5256"/>
            </a:solidFill>
            <a:ln w="828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Text 49">
              <a:extLst>
                <a:ext uri="{FF2B5EF4-FFF2-40B4-BE49-F238E27FC236}">
                  <a16:creationId xmlns:a16="http://schemas.microsoft.com/office/drawing/2014/main" id="{83733B7A-6E57-542F-0FBB-6B530100BA0A}"/>
                </a:ext>
              </a:extLst>
            </p:cNvPr>
            <p:cNvSpPr/>
            <p:nvPr/>
          </p:nvSpPr>
          <p:spPr>
            <a:xfrm>
              <a:off x="8952120" y="390456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 dirty="0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02</a:t>
              </a:r>
              <a:endParaRPr lang="en-US" sz="900" b="0" u="none" strike="noStrike" dirty="0">
                <a:solidFill>
                  <a:srgbClr val="53D5D2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 50">
              <a:extLst>
                <a:ext uri="{FF2B5EF4-FFF2-40B4-BE49-F238E27FC236}">
                  <a16:creationId xmlns:a16="http://schemas.microsoft.com/office/drawing/2014/main" id="{3D2D5A1D-1DFA-6A1A-8242-24C36E07C371}"/>
                </a:ext>
              </a:extLst>
            </p:cNvPr>
            <p:cNvSpPr/>
            <p:nvPr/>
          </p:nvSpPr>
          <p:spPr>
            <a:xfrm>
              <a:off x="9290160" y="388620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Correlate events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Shape 51">
              <a:extLst>
                <a:ext uri="{FF2B5EF4-FFF2-40B4-BE49-F238E27FC236}">
                  <a16:creationId xmlns:a16="http://schemas.microsoft.com/office/drawing/2014/main" id="{B73D518D-E34D-28F1-7DE1-5D22350207B5}"/>
                </a:ext>
              </a:extLst>
            </p:cNvPr>
            <p:cNvSpPr/>
            <p:nvPr/>
          </p:nvSpPr>
          <p:spPr>
            <a:xfrm>
              <a:off x="8823960" y="426096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Text 52">
              <a:extLst>
                <a:ext uri="{FF2B5EF4-FFF2-40B4-BE49-F238E27FC236}">
                  <a16:creationId xmlns:a16="http://schemas.microsoft.com/office/drawing/2014/main" id="{A1940508-38C2-DFD5-45BF-D86E0F7BC6CF}"/>
                </a:ext>
              </a:extLst>
            </p:cNvPr>
            <p:cNvSpPr/>
            <p:nvPr/>
          </p:nvSpPr>
          <p:spPr>
            <a:xfrm>
              <a:off x="8952120" y="433440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03</a:t>
              </a:r>
              <a:endParaRPr lang="en-US" sz="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Text 53">
              <a:extLst>
                <a:ext uri="{FF2B5EF4-FFF2-40B4-BE49-F238E27FC236}">
                  <a16:creationId xmlns:a16="http://schemas.microsoft.com/office/drawing/2014/main" id="{7306A558-8FA3-2F21-820D-74EDB736D4B5}"/>
                </a:ext>
              </a:extLst>
            </p:cNvPr>
            <p:cNvSpPr/>
            <p:nvPr/>
          </p:nvSpPr>
          <p:spPr>
            <a:xfrm>
              <a:off x="9290160" y="431604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Test hypotheses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Shape 54">
              <a:extLst>
                <a:ext uri="{FF2B5EF4-FFF2-40B4-BE49-F238E27FC236}">
                  <a16:creationId xmlns:a16="http://schemas.microsoft.com/office/drawing/2014/main" id="{8E6D271C-A0B3-A0E8-FF81-D0BCAEA2FB90}"/>
                </a:ext>
              </a:extLst>
            </p:cNvPr>
            <p:cNvSpPr/>
            <p:nvPr/>
          </p:nvSpPr>
          <p:spPr>
            <a:xfrm>
              <a:off x="8823960" y="469080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Text 55">
              <a:extLst>
                <a:ext uri="{FF2B5EF4-FFF2-40B4-BE49-F238E27FC236}">
                  <a16:creationId xmlns:a16="http://schemas.microsoft.com/office/drawing/2014/main" id="{B32DA3DB-9C37-57EB-84AE-8AE9427B9DE5}"/>
                </a:ext>
              </a:extLst>
            </p:cNvPr>
            <p:cNvSpPr/>
            <p:nvPr/>
          </p:nvSpPr>
          <p:spPr>
            <a:xfrm>
              <a:off x="8952120" y="476388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 dirty="0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04</a:t>
              </a:r>
              <a:endParaRPr lang="en-US" sz="900" b="0" u="none" strike="noStrike" dirty="0">
                <a:solidFill>
                  <a:srgbClr val="6F869E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 56">
              <a:extLst>
                <a:ext uri="{FF2B5EF4-FFF2-40B4-BE49-F238E27FC236}">
                  <a16:creationId xmlns:a16="http://schemas.microsoft.com/office/drawing/2014/main" id="{D20E966B-AE25-8FBA-54D0-DF1E000ECBD1}"/>
                </a:ext>
              </a:extLst>
            </p:cNvPr>
            <p:cNvSpPr/>
            <p:nvPr/>
          </p:nvSpPr>
          <p:spPr>
            <a:xfrm>
              <a:off x="9290160" y="474588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 dirty="0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Verify references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Shape 57">
            <a:extLst>
              <a:ext uri="{FF2B5EF4-FFF2-40B4-BE49-F238E27FC236}">
                <a16:creationId xmlns:a16="http://schemas.microsoft.com/office/drawing/2014/main" id="{EA28FA4C-DC48-7CC2-0716-A1EC25734F12}"/>
              </a:ext>
            </a:extLst>
          </p:cNvPr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8">
            <a:extLst>
              <a:ext uri="{FF2B5EF4-FFF2-40B4-BE49-F238E27FC236}">
                <a16:creationId xmlns:a16="http://schemas.microsoft.com/office/drawing/2014/main" id="{6CFCCD76-33CC-59C2-75DE-FA007200758E}"/>
              </a:ext>
            </a:extLst>
          </p:cNvPr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0">
            <a:extLst>
              <a:ext uri="{FF2B5EF4-FFF2-40B4-BE49-F238E27FC236}">
                <a16:creationId xmlns:a16="http://schemas.microsoft.com/office/drawing/2014/main" id="{BEA09C83-2F03-298B-6E28-5A2B9C55A82F}"/>
              </a:ext>
            </a:extLst>
          </p:cNvPr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2304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F34AB-8212-9B97-ABE1-261B6FA03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">
            <a:extLst>
              <a:ext uri="{FF2B5EF4-FFF2-40B4-BE49-F238E27FC236}">
                <a16:creationId xmlns:a16="http://schemas.microsoft.com/office/drawing/2014/main" id="{4EE7A1FD-2964-69E3-21B4-B0C89F0CC053}"/>
              </a:ext>
            </a:extLst>
          </p:cNvPr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>
            <a:extLst>
              <a:ext uri="{FF2B5EF4-FFF2-40B4-BE49-F238E27FC236}">
                <a16:creationId xmlns:a16="http://schemas.microsoft.com/office/drawing/2014/main" id="{67623167-6540-FC3C-3E74-C2FD6D07342E}"/>
              </a:ext>
            </a:extLst>
          </p:cNvPr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">
            <a:extLst>
              <a:ext uri="{FF2B5EF4-FFF2-40B4-BE49-F238E27FC236}">
                <a16:creationId xmlns:a16="http://schemas.microsoft.com/office/drawing/2014/main" id="{1C1A81F7-B7C3-51C3-BD33-4F0079D1947A}"/>
              </a:ext>
            </a:extLst>
          </p:cNvPr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02 / THE SOLUTION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>
            <a:extLst>
              <a:ext uri="{FF2B5EF4-FFF2-40B4-BE49-F238E27FC236}">
                <a16:creationId xmlns:a16="http://schemas.microsoft.com/office/drawing/2014/main" id="{B419514F-5FD4-DA58-BC85-E85B98DC3DBB}"/>
              </a:ext>
            </a:extLst>
          </p:cNvPr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One timeline. One investigation.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>
            <a:extLst>
              <a:ext uri="{FF2B5EF4-FFF2-40B4-BE49-F238E27FC236}">
                <a16:creationId xmlns:a16="http://schemas.microsoft.com/office/drawing/2014/main" id="{3A169E19-D25A-6747-7AF2-E4A5224C16B0}"/>
              </a:ext>
            </a:extLst>
          </p:cNvPr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TRACE unifies, investigates and explains — with evidence you can inspect.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>
            <a:extLst>
              <a:ext uri="{FF2B5EF4-FFF2-40B4-BE49-F238E27FC236}">
                <a16:creationId xmlns:a16="http://schemas.microsoft.com/office/drawing/2014/main" id="{93E92D12-097D-6B79-5F18-8F87B7D376E0}"/>
              </a:ext>
            </a:extLst>
          </p:cNvPr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!!src_0">
            <a:extLst>
              <a:ext uri="{FF2B5EF4-FFF2-40B4-BE49-F238E27FC236}">
                <a16:creationId xmlns:a16="http://schemas.microsoft.com/office/drawing/2014/main" id="{C7E854F1-9CB6-1713-0C5C-148B66169D8B}"/>
              </a:ext>
            </a:extLst>
          </p:cNvPr>
          <p:cNvSpPr/>
          <p:nvPr/>
        </p:nvSpPr>
        <p:spPr>
          <a:xfrm>
            <a:off x="685800" y="1929240"/>
            <a:ext cx="2651400" cy="149940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!!srcline_0">
            <a:extLst>
              <a:ext uri="{FF2B5EF4-FFF2-40B4-BE49-F238E27FC236}">
                <a16:creationId xmlns:a16="http://schemas.microsoft.com/office/drawing/2014/main" id="{4D50B807-0B4E-3F9A-8DCB-B18CDDEC0976}"/>
              </a:ext>
            </a:extLst>
          </p:cNvPr>
          <p:cNvSpPr/>
          <p:nvPr/>
        </p:nvSpPr>
        <p:spPr>
          <a:xfrm>
            <a:off x="685800" y="1929240"/>
            <a:ext cx="40680" cy="1499400"/>
          </a:xfrm>
          <a:prstGeom prst="rect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9">
            <a:extLst>
              <a:ext uri="{FF2B5EF4-FFF2-40B4-BE49-F238E27FC236}">
                <a16:creationId xmlns:a16="http://schemas.microsoft.com/office/drawing/2014/main" id="{22AD549E-89F1-677B-8B06-C7D362F69734}"/>
              </a:ext>
            </a:extLst>
          </p:cNvPr>
          <p:cNvSpPr/>
          <p:nvPr/>
        </p:nvSpPr>
        <p:spPr>
          <a:xfrm>
            <a:off x="932760" y="2139840"/>
            <a:ext cx="246600" cy="255600"/>
          </a:xfrm>
          <a:prstGeom prst="rect">
            <a:avLst/>
          </a:prstGeom>
          <a:solidFill>
            <a:srgbClr val="182B41"/>
          </a:solidFill>
          <a:ln w="176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0">
            <a:extLst>
              <a:ext uri="{FF2B5EF4-FFF2-40B4-BE49-F238E27FC236}">
                <a16:creationId xmlns:a16="http://schemas.microsoft.com/office/drawing/2014/main" id="{7CDE82E4-A11F-2AC7-0FA7-CFCA7EFD0F9B}"/>
              </a:ext>
            </a:extLst>
          </p:cNvPr>
          <p:cNvSpPr/>
          <p:nvPr/>
        </p:nvSpPr>
        <p:spPr>
          <a:xfrm>
            <a:off x="982800" y="2217240"/>
            <a:ext cx="150840" cy="360"/>
          </a:xfrm>
          <a:prstGeom prst="line">
            <a:avLst/>
          </a:prstGeom>
          <a:ln w="140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1">
            <a:extLst>
              <a:ext uri="{FF2B5EF4-FFF2-40B4-BE49-F238E27FC236}">
                <a16:creationId xmlns:a16="http://schemas.microsoft.com/office/drawing/2014/main" id="{18C59902-E1F7-1B9B-C21B-83FD45CC4554}"/>
              </a:ext>
            </a:extLst>
          </p:cNvPr>
          <p:cNvSpPr/>
          <p:nvPr/>
        </p:nvSpPr>
        <p:spPr>
          <a:xfrm>
            <a:off x="982800" y="2286000"/>
            <a:ext cx="123480" cy="360"/>
          </a:xfrm>
          <a:prstGeom prst="line">
            <a:avLst/>
          </a:prstGeom>
          <a:ln w="140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!!srctext_0">
            <a:extLst>
              <a:ext uri="{FF2B5EF4-FFF2-40B4-BE49-F238E27FC236}">
                <a16:creationId xmlns:a16="http://schemas.microsoft.com/office/drawing/2014/main" id="{5DFB44B2-C5C1-2D1B-4D4A-E59520B69D40}"/>
              </a:ext>
            </a:extLst>
          </p:cNvPr>
          <p:cNvSpPr/>
          <p:nvPr/>
        </p:nvSpPr>
        <p:spPr>
          <a:xfrm>
            <a:off x="1298520" y="21304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SYSTEM LOGS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3">
            <a:extLst>
              <a:ext uri="{FF2B5EF4-FFF2-40B4-BE49-F238E27FC236}">
                <a16:creationId xmlns:a16="http://schemas.microsoft.com/office/drawing/2014/main" id="{CC4EDA64-1693-854A-E5F0-D49311FA230A}"/>
              </a:ext>
            </a:extLst>
          </p:cNvPr>
          <p:cNvSpPr/>
          <p:nvPr/>
        </p:nvSpPr>
        <p:spPr>
          <a:xfrm>
            <a:off x="914400" y="26427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4">
            <a:extLst>
              <a:ext uri="{FF2B5EF4-FFF2-40B4-BE49-F238E27FC236}">
                <a16:creationId xmlns:a16="http://schemas.microsoft.com/office/drawing/2014/main" id="{0E28577F-6010-408C-56A5-17FD5A9147EA}"/>
              </a:ext>
            </a:extLst>
          </p:cNvPr>
          <p:cNvSpPr/>
          <p:nvPr/>
        </p:nvSpPr>
        <p:spPr>
          <a:xfrm>
            <a:off x="914400" y="2834640"/>
            <a:ext cx="2029680" cy="48240"/>
          </a:xfrm>
          <a:prstGeom prst="rect">
            <a:avLst/>
          </a:prstGeom>
          <a:solidFill>
            <a:srgbClr val="4D637A"/>
          </a:solidFill>
          <a:ln w="12600">
            <a:solidFill>
              <a:srgbClr val="4D637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5">
            <a:extLst>
              <a:ext uri="{FF2B5EF4-FFF2-40B4-BE49-F238E27FC236}">
                <a16:creationId xmlns:a16="http://schemas.microsoft.com/office/drawing/2014/main" id="{BDC70F3A-1F86-91C4-B7B3-116310B734A9}"/>
              </a:ext>
            </a:extLst>
          </p:cNvPr>
          <p:cNvSpPr/>
          <p:nvPr/>
        </p:nvSpPr>
        <p:spPr>
          <a:xfrm>
            <a:off x="914400" y="3026520"/>
            <a:ext cx="1599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6">
            <a:extLst>
              <a:ext uri="{FF2B5EF4-FFF2-40B4-BE49-F238E27FC236}">
                <a16:creationId xmlns:a16="http://schemas.microsoft.com/office/drawing/2014/main" id="{6E1F2535-E6F1-5BD6-AB2C-C37C2E38E0DF}"/>
              </a:ext>
            </a:extLst>
          </p:cNvPr>
          <p:cNvSpPr/>
          <p:nvPr/>
        </p:nvSpPr>
        <p:spPr>
          <a:xfrm>
            <a:off x="914400" y="32187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!!src_1">
            <a:extLst>
              <a:ext uri="{FF2B5EF4-FFF2-40B4-BE49-F238E27FC236}">
                <a16:creationId xmlns:a16="http://schemas.microsoft.com/office/drawing/2014/main" id="{61E7B209-78CD-D645-3633-C38AA070545A}"/>
              </a:ext>
            </a:extLst>
          </p:cNvPr>
          <p:cNvSpPr/>
          <p:nvPr/>
        </p:nvSpPr>
        <p:spPr>
          <a:xfrm>
            <a:off x="685800" y="3584520"/>
            <a:ext cx="2651400" cy="149940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!!srcline_1">
            <a:extLst>
              <a:ext uri="{FF2B5EF4-FFF2-40B4-BE49-F238E27FC236}">
                <a16:creationId xmlns:a16="http://schemas.microsoft.com/office/drawing/2014/main" id="{B89C4BE4-9099-94C3-9BC6-85463846C4D3}"/>
              </a:ext>
            </a:extLst>
          </p:cNvPr>
          <p:cNvSpPr/>
          <p:nvPr/>
        </p:nvSpPr>
        <p:spPr>
          <a:xfrm>
            <a:off x="685800" y="3584520"/>
            <a:ext cx="40680" cy="1499400"/>
          </a:xfrm>
          <a:prstGeom prst="rect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9">
            <a:extLst>
              <a:ext uri="{FF2B5EF4-FFF2-40B4-BE49-F238E27FC236}">
                <a16:creationId xmlns:a16="http://schemas.microsoft.com/office/drawing/2014/main" id="{8E0EBB43-8B9F-823A-DC5D-15FFD2337AF7}"/>
              </a:ext>
            </a:extLst>
          </p:cNvPr>
          <p:cNvSpPr/>
          <p:nvPr/>
        </p:nvSpPr>
        <p:spPr>
          <a:xfrm>
            <a:off x="1042560" y="3904560"/>
            <a:ext cx="82080" cy="8208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0">
            <a:extLst>
              <a:ext uri="{FF2B5EF4-FFF2-40B4-BE49-F238E27FC236}">
                <a16:creationId xmlns:a16="http://schemas.microsoft.com/office/drawing/2014/main" id="{DD6C2847-1238-B437-ED2E-A86A150063E3}"/>
              </a:ext>
            </a:extLst>
          </p:cNvPr>
          <p:cNvSpPr/>
          <p:nvPr/>
        </p:nvSpPr>
        <p:spPr>
          <a:xfrm>
            <a:off x="955440" y="3840480"/>
            <a:ext cx="255600" cy="255600"/>
          </a:xfrm>
          <a:prstGeom prst="arc">
            <a:avLst>
              <a:gd name="adj1" fmla="val 16200000"/>
              <a:gd name="adj2" fmla="val 0"/>
            </a:avLst>
          </a:prstGeom>
          <a:noFill/>
          <a:ln w="14760">
            <a:solidFill>
              <a:srgbClr val="B39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!!srctext_1">
            <a:extLst>
              <a:ext uri="{FF2B5EF4-FFF2-40B4-BE49-F238E27FC236}">
                <a16:creationId xmlns:a16="http://schemas.microsoft.com/office/drawing/2014/main" id="{0C38B69F-CE53-E267-5F6E-0A45CF7EA3AA}"/>
              </a:ext>
            </a:extLst>
          </p:cNvPr>
          <p:cNvSpPr/>
          <p:nvPr/>
        </p:nvSpPr>
        <p:spPr>
          <a:xfrm>
            <a:off x="1298520" y="378576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SNIFFER BUS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2">
            <a:extLst>
              <a:ext uri="{FF2B5EF4-FFF2-40B4-BE49-F238E27FC236}">
                <a16:creationId xmlns:a16="http://schemas.microsoft.com/office/drawing/2014/main" id="{0696E675-7A92-A0FB-7BEA-FACF585E0071}"/>
              </a:ext>
            </a:extLst>
          </p:cNvPr>
          <p:cNvSpPr/>
          <p:nvPr/>
        </p:nvSpPr>
        <p:spPr>
          <a:xfrm>
            <a:off x="914400" y="4297680"/>
            <a:ext cx="214848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3">
            <a:extLst>
              <a:ext uri="{FF2B5EF4-FFF2-40B4-BE49-F238E27FC236}">
                <a16:creationId xmlns:a16="http://schemas.microsoft.com/office/drawing/2014/main" id="{58ED9CEB-302E-4B95-3D34-31F3298F723B}"/>
              </a:ext>
            </a:extLst>
          </p:cNvPr>
          <p:cNvSpPr/>
          <p:nvPr/>
        </p:nvSpPr>
        <p:spPr>
          <a:xfrm>
            <a:off x="914400" y="44895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4">
            <a:extLst>
              <a:ext uri="{FF2B5EF4-FFF2-40B4-BE49-F238E27FC236}">
                <a16:creationId xmlns:a16="http://schemas.microsoft.com/office/drawing/2014/main" id="{61F913C7-43A8-BFCA-9AC2-A0FD83D504B6}"/>
              </a:ext>
            </a:extLst>
          </p:cNvPr>
          <p:cNvSpPr/>
          <p:nvPr/>
        </p:nvSpPr>
        <p:spPr>
          <a:xfrm>
            <a:off x="914400" y="4681800"/>
            <a:ext cx="1481040" cy="48240"/>
          </a:xfrm>
          <a:prstGeom prst="rect">
            <a:avLst/>
          </a:prstGeom>
          <a:solidFill>
            <a:srgbClr val="4D637A"/>
          </a:solidFill>
          <a:ln w="12600">
            <a:solidFill>
              <a:srgbClr val="4D637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5">
            <a:extLst>
              <a:ext uri="{FF2B5EF4-FFF2-40B4-BE49-F238E27FC236}">
                <a16:creationId xmlns:a16="http://schemas.microsoft.com/office/drawing/2014/main" id="{328116FF-A0EE-C669-BCD1-F43CF9BFF7EB}"/>
              </a:ext>
            </a:extLst>
          </p:cNvPr>
          <p:cNvSpPr/>
          <p:nvPr/>
        </p:nvSpPr>
        <p:spPr>
          <a:xfrm>
            <a:off x="914400" y="487368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!!src_2">
            <a:extLst>
              <a:ext uri="{FF2B5EF4-FFF2-40B4-BE49-F238E27FC236}">
                <a16:creationId xmlns:a16="http://schemas.microsoft.com/office/drawing/2014/main" id="{001F04D0-2CE4-8FB7-FE34-0BEABF692C62}"/>
              </a:ext>
            </a:extLst>
          </p:cNvPr>
          <p:cNvSpPr/>
          <p:nvPr/>
        </p:nvSpPr>
        <p:spPr>
          <a:xfrm>
            <a:off x="685800" y="5230440"/>
            <a:ext cx="2651400" cy="100548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!!srcline_2">
            <a:extLst>
              <a:ext uri="{FF2B5EF4-FFF2-40B4-BE49-F238E27FC236}">
                <a16:creationId xmlns:a16="http://schemas.microsoft.com/office/drawing/2014/main" id="{86A66684-98B0-6586-F703-16834064C268}"/>
              </a:ext>
            </a:extLst>
          </p:cNvPr>
          <p:cNvSpPr/>
          <p:nvPr/>
        </p:nvSpPr>
        <p:spPr>
          <a:xfrm>
            <a:off x="685800" y="5230440"/>
            <a:ext cx="40680" cy="1005480"/>
          </a:xfrm>
          <a:prstGeom prst="rect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8">
            <a:extLst>
              <a:ext uri="{FF2B5EF4-FFF2-40B4-BE49-F238E27FC236}">
                <a16:creationId xmlns:a16="http://schemas.microsoft.com/office/drawing/2014/main" id="{89F715CF-F2F8-6250-9BB5-7AE59B5C901E}"/>
              </a:ext>
            </a:extLst>
          </p:cNvPr>
          <p:cNvSpPr/>
          <p:nvPr/>
        </p:nvSpPr>
        <p:spPr>
          <a:xfrm>
            <a:off x="951120" y="5431680"/>
            <a:ext cx="246600" cy="273960"/>
          </a:xfrm>
          <a:prstGeom prst="rect">
            <a:avLst/>
          </a:prstGeom>
          <a:solidFill>
            <a:srgbClr val="182B41"/>
          </a:solidFill>
          <a:ln w="1656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9">
            <a:extLst>
              <a:ext uri="{FF2B5EF4-FFF2-40B4-BE49-F238E27FC236}">
                <a16:creationId xmlns:a16="http://schemas.microsoft.com/office/drawing/2014/main" id="{E62A342E-B8E0-2894-2B91-D66F34D61EDE}"/>
              </a:ext>
            </a:extLst>
          </p:cNvPr>
          <p:cNvSpPr/>
          <p:nvPr/>
        </p:nvSpPr>
        <p:spPr>
          <a:xfrm>
            <a:off x="1005840" y="5513760"/>
            <a:ext cx="14616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0">
            <a:extLst>
              <a:ext uri="{FF2B5EF4-FFF2-40B4-BE49-F238E27FC236}">
                <a16:creationId xmlns:a16="http://schemas.microsoft.com/office/drawing/2014/main" id="{CA65B18D-398D-7116-98A1-B8BADEA3A311}"/>
              </a:ext>
            </a:extLst>
          </p:cNvPr>
          <p:cNvSpPr/>
          <p:nvPr/>
        </p:nvSpPr>
        <p:spPr>
          <a:xfrm>
            <a:off x="1005840" y="5577840"/>
            <a:ext cx="11880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1">
            <a:extLst>
              <a:ext uri="{FF2B5EF4-FFF2-40B4-BE49-F238E27FC236}">
                <a16:creationId xmlns:a16="http://schemas.microsoft.com/office/drawing/2014/main" id="{5C352B13-B050-2A1C-DAB9-9E7311C68850}"/>
              </a:ext>
            </a:extLst>
          </p:cNvPr>
          <p:cNvSpPr/>
          <p:nvPr/>
        </p:nvSpPr>
        <p:spPr>
          <a:xfrm>
            <a:off x="1005840" y="5641560"/>
            <a:ext cx="12780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!!srctext_2">
            <a:extLst>
              <a:ext uri="{FF2B5EF4-FFF2-40B4-BE49-F238E27FC236}">
                <a16:creationId xmlns:a16="http://schemas.microsoft.com/office/drawing/2014/main" id="{7BD16949-4229-BCE1-04C0-22227D58D0AD}"/>
              </a:ext>
            </a:extLst>
          </p:cNvPr>
          <p:cNvSpPr/>
          <p:nvPr/>
        </p:nvSpPr>
        <p:spPr>
          <a:xfrm>
            <a:off x="1298520" y="54316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OPERATOR DIARY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3">
            <a:extLst>
              <a:ext uri="{FF2B5EF4-FFF2-40B4-BE49-F238E27FC236}">
                <a16:creationId xmlns:a16="http://schemas.microsoft.com/office/drawing/2014/main" id="{FD3B6190-31E2-4426-53DE-1F6BE51CA493}"/>
              </a:ext>
            </a:extLst>
          </p:cNvPr>
          <p:cNvSpPr/>
          <p:nvPr/>
        </p:nvSpPr>
        <p:spPr>
          <a:xfrm>
            <a:off x="914400" y="594360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4">
            <a:extLst>
              <a:ext uri="{FF2B5EF4-FFF2-40B4-BE49-F238E27FC236}">
                <a16:creationId xmlns:a16="http://schemas.microsoft.com/office/drawing/2014/main" id="{F56E8F55-5ADC-D150-4FBF-37B6429AD142}"/>
              </a:ext>
            </a:extLst>
          </p:cNvPr>
          <p:cNvSpPr/>
          <p:nvPr/>
        </p:nvSpPr>
        <p:spPr>
          <a:xfrm>
            <a:off x="3401280" y="2651760"/>
            <a:ext cx="1399320" cy="137160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5">
            <a:extLst>
              <a:ext uri="{FF2B5EF4-FFF2-40B4-BE49-F238E27FC236}">
                <a16:creationId xmlns:a16="http://schemas.microsoft.com/office/drawing/2014/main" id="{709D004B-6E00-1108-8D4A-8CB393EFEAC5}"/>
              </a:ext>
            </a:extLst>
          </p:cNvPr>
          <p:cNvSpPr/>
          <p:nvPr/>
        </p:nvSpPr>
        <p:spPr>
          <a:xfrm flipV="1">
            <a:off x="3401280" y="4023360"/>
            <a:ext cx="1399320" cy="27432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6">
            <a:extLst>
              <a:ext uri="{FF2B5EF4-FFF2-40B4-BE49-F238E27FC236}">
                <a16:creationId xmlns:a16="http://schemas.microsoft.com/office/drawing/2014/main" id="{8F76F9F1-8ACD-D91B-6848-DD93BB064799}"/>
              </a:ext>
            </a:extLst>
          </p:cNvPr>
          <p:cNvSpPr/>
          <p:nvPr/>
        </p:nvSpPr>
        <p:spPr>
          <a:xfrm flipV="1">
            <a:off x="3401280" y="4023360"/>
            <a:ext cx="1399320" cy="155448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2FD393-AE4B-9066-F8CE-AD43D58DC296}"/>
              </a:ext>
            </a:extLst>
          </p:cNvPr>
          <p:cNvGrpSpPr/>
          <p:nvPr/>
        </p:nvGrpSpPr>
        <p:grpSpPr>
          <a:xfrm>
            <a:off x="4800600" y="3237120"/>
            <a:ext cx="3062880" cy="1535760"/>
            <a:chOff x="4800600" y="3237120"/>
            <a:chExt cx="3062880" cy="1535760"/>
          </a:xfrm>
        </p:grpSpPr>
        <p:sp>
          <p:nvSpPr>
            <p:cNvPr id="194" name="Shape 37">
              <a:extLst>
                <a:ext uri="{FF2B5EF4-FFF2-40B4-BE49-F238E27FC236}">
                  <a16:creationId xmlns:a16="http://schemas.microsoft.com/office/drawing/2014/main" id="{B6F07A4C-17FC-456B-5F45-BCD9CC3DCC9C}"/>
                </a:ext>
              </a:extLst>
            </p:cNvPr>
            <p:cNvSpPr/>
            <p:nvPr/>
          </p:nvSpPr>
          <p:spPr>
            <a:xfrm>
              <a:off x="4800600" y="3237120"/>
              <a:ext cx="3062880" cy="153576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176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Shape 38">
              <a:extLst>
                <a:ext uri="{FF2B5EF4-FFF2-40B4-BE49-F238E27FC236}">
                  <a16:creationId xmlns:a16="http://schemas.microsoft.com/office/drawing/2014/main" id="{114019DB-9ED4-F929-E6B3-6DD45C5A89C0}"/>
                </a:ext>
              </a:extLst>
            </p:cNvPr>
            <p:cNvSpPr/>
            <p:nvPr/>
          </p:nvSpPr>
          <p:spPr>
            <a:xfrm>
              <a:off x="5102280" y="3630240"/>
              <a:ext cx="484200" cy="484200"/>
            </a:xfrm>
            <a:prstGeom prst="ellipse">
              <a:avLst/>
            </a:prstGeom>
            <a:solidFill>
              <a:srgbClr val="174D58"/>
            </a:solidFill>
            <a:ln w="1260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 39">
              <a:extLst>
                <a:ext uri="{FF2B5EF4-FFF2-40B4-BE49-F238E27FC236}">
                  <a16:creationId xmlns:a16="http://schemas.microsoft.com/office/drawing/2014/main" id="{9DCC57EB-2B79-B11A-A0EB-1838F8A6A0DC}"/>
                </a:ext>
              </a:extLst>
            </p:cNvPr>
            <p:cNvSpPr/>
            <p:nvPr/>
          </p:nvSpPr>
          <p:spPr>
            <a:xfrm>
              <a:off x="5262480" y="3753720"/>
              <a:ext cx="16416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fontScale="700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900" b="0" u="none" strike="noStrike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✦</a:t>
              </a:r>
              <a:endParaRPr lang="en-US" sz="1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!!trace_brand">
              <a:extLst>
                <a:ext uri="{FF2B5EF4-FFF2-40B4-BE49-F238E27FC236}">
                  <a16:creationId xmlns:a16="http://schemas.microsoft.com/office/drawing/2014/main" id="{DCE6030A-7882-824D-BE0F-5412DB1C65BE}"/>
                </a:ext>
              </a:extLst>
            </p:cNvPr>
            <p:cNvSpPr/>
            <p:nvPr/>
          </p:nvSpPr>
          <p:spPr>
            <a:xfrm>
              <a:off x="5715000" y="3611880"/>
              <a:ext cx="182844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fontScale="92500"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2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TRACE</a:t>
              </a:r>
              <a:endPara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Text 41">
              <a:extLst>
                <a:ext uri="{FF2B5EF4-FFF2-40B4-BE49-F238E27FC236}">
                  <a16:creationId xmlns:a16="http://schemas.microsoft.com/office/drawing/2014/main" id="{3A5D9534-38DD-D0DE-7362-BEFAE2060E4F}"/>
                </a:ext>
              </a:extLst>
            </p:cNvPr>
            <p:cNvSpPr/>
            <p:nvPr/>
          </p:nvSpPr>
          <p:spPr>
            <a:xfrm>
              <a:off x="5715000" y="3968640"/>
              <a:ext cx="182844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u="none" strike="noStrike">
                  <a:solidFill>
                    <a:srgbClr val="94A7BC"/>
                  </a:solidFill>
                  <a:effectLst/>
                  <a:uFillTx/>
                  <a:latin typeface="Inter"/>
                  <a:ea typeface="Inter"/>
                </a:rPr>
                <a:t>UNIFIED EVENT MODEL</a:t>
              </a:r>
              <a:endPara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9" name="Shape 42">
            <a:extLst>
              <a:ext uri="{FF2B5EF4-FFF2-40B4-BE49-F238E27FC236}">
                <a16:creationId xmlns:a16="http://schemas.microsoft.com/office/drawing/2014/main" id="{C0D589AB-3C82-AD39-1D15-D7F78492F676}"/>
              </a:ext>
            </a:extLst>
          </p:cNvPr>
          <p:cNvSpPr/>
          <p:nvPr/>
        </p:nvSpPr>
        <p:spPr>
          <a:xfrm>
            <a:off x="7881840" y="4005000"/>
            <a:ext cx="631080" cy="360"/>
          </a:xfrm>
          <a:prstGeom prst="line">
            <a:avLst/>
          </a:prstGeom>
          <a:ln w="2160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ED36D5-F0A9-6D51-F948-FFDEB036E72D}"/>
              </a:ext>
            </a:extLst>
          </p:cNvPr>
          <p:cNvGrpSpPr/>
          <p:nvPr/>
        </p:nvGrpSpPr>
        <p:grpSpPr>
          <a:xfrm>
            <a:off x="8577000" y="2660760"/>
            <a:ext cx="2880000" cy="2861640"/>
            <a:chOff x="8577000" y="2660760"/>
            <a:chExt cx="2880000" cy="2861640"/>
          </a:xfrm>
        </p:grpSpPr>
        <p:sp>
          <p:nvSpPr>
            <p:cNvPr id="200" name="Shape 43">
              <a:extLst>
                <a:ext uri="{FF2B5EF4-FFF2-40B4-BE49-F238E27FC236}">
                  <a16:creationId xmlns:a16="http://schemas.microsoft.com/office/drawing/2014/main" id="{EA8C3519-C7D2-F708-8E0B-124F874D9001}"/>
                </a:ext>
              </a:extLst>
            </p:cNvPr>
            <p:cNvSpPr/>
            <p:nvPr/>
          </p:nvSpPr>
          <p:spPr>
            <a:xfrm>
              <a:off x="8577000" y="2660760"/>
              <a:ext cx="2880000" cy="286164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152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Text 44">
              <a:extLst>
                <a:ext uri="{FF2B5EF4-FFF2-40B4-BE49-F238E27FC236}">
                  <a16:creationId xmlns:a16="http://schemas.microsoft.com/office/drawing/2014/main" id="{6B409AE5-4337-C6A2-0D27-31B928FF8C77}"/>
                </a:ext>
              </a:extLst>
            </p:cNvPr>
            <p:cNvSpPr/>
            <p:nvPr/>
          </p:nvSpPr>
          <p:spPr>
            <a:xfrm>
              <a:off x="8823960" y="2971800"/>
              <a:ext cx="2239920" cy="21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u="none" strike="noStrike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INVESTIGATION LOOP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Shape 45">
              <a:extLst>
                <a:ext uri="{FF2B5EF4-FFF2-40B4-BE49-F238E27FC236}">
                  <a16:creationId xmlns:a16="http://schemas.microsoft.com/office/drawing/2014/main" id="{1204DB70-EA22-7D79-B1AD-9E18A20D92D4}"/>
                </a:ext>
              </a:extLst>
            </p:cNvPr>
            <p:cNvSpPr/>
            <p:nvPr/>
          </p:nvSpPr>
          <p:spPr>
            <a:xfrm>
              <a:off x="8823960" y="340164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Text 46">
              <a:extLst>
                <a:ext uri="{FF2B5EF4-FFF2-40B4-BE49-F238E27FC236}">
                  <a16:creationId xmlns:a16="http://schemas.microsoft.com/office/drawing/2014/main" id="{A48712D6-6EC8-DF25-7191-98DF309C99D5}"/>
                </a:ext>
              </a:extLst>
            </p:cNvPr>
            <p:cNvSpPr/>
            <p:nvPr/>
          </p:nvSpPr>
          <p:spPr>
            <a:xfrm>
              <a:off x="8952120" y="347472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01</a:t>
              </a:r>
              <a:endParaRPr lang="en-US" sz="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Text 47">
              <a:extLst>
                <a:ext uri="{FF2B5EF4-FFF2-40B4-BE49-F238E27FC236}">
                  <a16:creationId xmlns:a16="http://schemas.microsoft.com/office/drawing/2014/main" id="{AC0B8AD7-BC70-08B2-A825-A96DC34C2D81}"/>
                </a:ext>
              </a:extLst>
            </p:cNvPr>
            <p:cNvSpPr/>
            <p:nvPr/>
          </p:nvSpPr>
          <p:spPr>
            <a:xfrm>
              <a:off x="9290160" y="345636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Fetch evidence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Shape 48">
              <a:extLst>
                <a:ext uri="{FF2B5EF4-FFF2-40B4-BE49-F238E27FC236}">
                  <a16:creationId xmlns:a16="http://schemas.microsoft.com/office/drawing/2014/main" id="{3A230203-B7AB-80D9-6369-C3BA558CCA32}"/>
                </a:ext>
              </a:extLst>
            </p:cNvPr>
            <p:cNvSpPr/>
            <p:nvPr/>
          </p:nvSpPr>
          <p:spPr>
            <a:xfrm>
              <a:off x="8823960" y="383148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Text 49">
              <a:extLst>
                <a:ext uri="{FF2B5EF4-FFF2-40B4-BE49-F238E27FC236}">
                  <a16:creationId xmlns:a16="http://schemas.microsoft.com/office/drawing/2014/main" id="{D7FF78E9-3A21-2076-7B27-B3F975A0BC4B}"/>
                </a:ext>
              </a:extLst>
            </p:cNvPr>
            <p:cNvSpPr/>
            <p:nvPr/>
          </p:nvSpPr>
          <p:spPr>
            <a:xfrm>
              <a:off x="8952120" y="390456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02</a:t>
              </a:r>
              <a:endParaRPr lang="en-US" sz="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 50">
              <a:extLst>
                <a:ext uri="{FF2B5EF4-FFF2-40B4-BE49-F238E27FC236}">
                  <a16:creationId xmlns:a16="http://schemas.microsoft.com/office/drawing/2014/main" id="{AD10C081-1888-D1BD-32BD-89EED2EDAAB3}"/>
                </a:ext>
              </a:extLst>
            </p:cNvPr>
            <p:cNvSpPr/>
            <p:nvPr/>
          </p:nvSpPr>
          <p:spPr>
            <a:xfrm>
              <a:off x="9290160" y="388620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Correlate events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Shape 51">
              <a:extLst>
                <a:ext uri="{FF2B5EF4-FFF2-40B4-BE49-F238E27FC236}">
                  <a16:creationId xmlns:a16="http://schemas.microsoft.com/office/drawing/2014/main" id="{92CC1D1D-9E03-4933-AFF0-A526451B9425}"/>
                </a:ext>
              </a:extLst>
            </p:cNvPr>
            <p:cNvSpPr/>
            <p:nvPr/>
          </p:nvSpPr>
          <p:spPr>
            <a:xfrm>
              <a:off x="8823960" y="426096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B5256"/>
            </a:solidFill>
            <a:ln w="828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Text 52">
              <a:extLst>
                <a:ext uri="{FF2B5EF4-FFF2-40B4-BE49-F238E27FC236}">
                  <a16:creationId xmlns:a16="http://schemas.microsoft.com/office/drawing/2014/main" id="{3891E639-1094-022B-C186-7EB96A3798F2}"/>
                </a:ext>
              </a:extLst>
            </p:cNvPr>
            <p:cNvSpPr/>
            <p:nvPr/>
          </p:nvSpPr>
          <p:spPr>
            <a:xfrm>
              <a:off x="8952120" y="433440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 dirty="0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03</a:t>
              </a:r>
              <a:endParaRPr lang="en-US" sz="900" b="0" u="none" strike="noStrike" dirty="0">
                <a:solidFill>
                  <a:srgbClr val="53D5D2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Text 53">
              <a:extLst>
                <a:ext uri="{FF2B5EF4-FFF2-40B4-BE49-F238E27FC236}">
                  <a16:creationId xmlns:a16="http://schemas.microsoft.com/office/drawing/2014/main" id="{51DDABBB-1781-E31A-A8A9-A187D0AEEA80}"/>
                </a:ext>
              </a:extLst>
            </p:cNvPr>
            <p:cNvSpPr/>
            <p:nvPr/>
          </p:nvSpPr>
          <p:spPr>
            <a:xfrm>
              <a:off x="9290160" y="431604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Test hypotheses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Shape 54">
              <a:extLst>
                <a:ext uri="{FF2B5EF4-FFF2-40B4-BE49-F238E27FC236}">
                  <a16:creationId xmlns:a16="http://schemas.microsoft.com/office/drawing/2014/main" id="{DE83E710-1461-DFB5-0575-BBC74344F823}"/>
                </a:ext>
              </a:extLst>
            </p:cNvPr>
            <p:cNvSpPr/>
            <p:nvPr/>
          </p:nvSpPr>
          <p:spPr>
            <a:xfrm>
              <a:off x="8823960" y="469080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Text 55">
              <a:extLst>
                <a:ext uri="{FF2B5EF4-FFF2-40B4-BE49-F238E27FC236}">
                  <a16:creationId xmlns:a16="http://schemas.microsoft.com/office/drawing/2014/main" id="{C1678F00-8D53-94FA-D2C8-078BD8EB2380}"/>
                </a:ext>
              </a:extLst>
            </p:cNvPr>
            <p:cNvSpPr/>
            <p:nvPr/>
          </p:nvSpPr>
          <p:spPr>
            <a:xfrm>
              <a:off x="8952120" y="476388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 dirty="0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04</a:t>
              </a:r>
              <a:endParaRPr lang="en-US" sz="900" b="0" u="none" strike="noStrike" dirty="0">
                <a:solidFill>
                  <a:srgbClr val="6F869E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 56">
              <a:extLst>
                <a:ext uri="{FF2B5EF4-FFF2-40B4-BE49-F238E27FC236}">
                  <a16:creationId xmlns:a16="http://schemas.microsoft.com/office/drawing/2014/main" id="{CBD009C2-01BA-22F2-BAFE-3E41B3AB4EDA}"/>
                </a:ext>
              </a:extLst>
            </p:cNvPr>
            <p:cNvSpPr/>
            <p:nvPr/>
          </p:nvSpPr>
          <p:spPr>
            <a:xfrm>
              <a:off x="9290160" y="474588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 dirty="0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Verify references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Shape 57">
            <a:extLst>
              <a:ext uri="{FF2B5EF4-FFF2-40B4-BE49-F238E27FC236}">
                <a16:creationId xmlns:a16="http://schemas.microsoft.com/office/drawing/2014/main" id="{3A614D6A-3525-95DA-51D1-79F5B69A92BC}"/>
              </a:ext>
            </a:extLst>
          </p:cNvPr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8">
            <a:extLst>
              <a:ext uri="{FF2B5EF4-FFF2-40B4-BE49-F238E27FC236}">
                <a16:creationId xmlns:a16="http://schemas.microsoft.com/office/drawing/2014/main" id="{38C81129-A999-22A6-52F5-EFA55E392E83}"/>
              </a:ext>
            </a:extLst>
          </p:cNvPr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0">
            <a:extLst>
              <a:ext uri="{FF2B5EF4-FFF2-40B4-BE49-F238E27FC236}">
                <a16:creationId xmlns:a16="http://schemas.microsoft.com/office/drawing/2014/main" id="{61C52848-5220-E9BE-4394-A60CD282613B}"/>
              </a:ext>
            </a:extLst>
          </p:cNvPr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8138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E90B9B-18BE-A1B8-125F-2E94ADE3C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">
            <a:extLst>
              <a:ext uri="{FF2B5EF4-FFF2-40B4-BE49-F238E27FC236}">
                <a16:creationId xmlns:a16="http://schemas.microsoft.com/office/drawing/2014/main" id="{142D234C-3E0F-675C-013F-C663BFFE1EBE}"/>
              </a:ext>
            </a:extLst>
          </p:cNvPr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>
            <a:extLst>
              <a:ext uri="{FF2B5EF4-FFF2-40B4-BE49-F238E27FC236}">
                <a16:creationId xmlns:a16="http://schemas.microsoft.com/office/drawing/2014/main" id="{95C7F537-0569-CA86-C5D1-87D3B9C05038}"/>
              </a:ext>
            </a:extLst>
          </p:cNvPr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">
            <a:extLst>
              <a:ext uri="{FF2B5EF4-FFF2-40B4-BE49-F238E27FC236}">
                <a16:creationId xmlns:a16="http://schemas.microsoft.com/office/drawing/2014/main" id="{26EFFF4E-9B67-72C4-CADF-7BDCAA04883D}"/>
              </a:ext>
            </a:extLst>
          </p:cNvPr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02 / THE SOLUTION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>
            <a:extLst>
              <a:ext uri="{FF2B5EF4-FFF2-40B4-BE49-F238E27FC236}">
                <a16:creationId xmlns:a16="http://schemas.microsoft.com/office/drawing/2014/main" id="{D4260E17-9262-8144-1255-4774DEDA66A9}"/>
              </a:ext>
            </a:extLst>
          </p:cNvPr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One timeline. One investigation.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>
            <a:extLst>
              <a:ext uri="{FF2B5EF4-FFF2-40B4-BE49-F238E27FC236}">
                <a16:creationId xmlns:a16="http://schemas.microsoft.com/office/drawing/2014/main" id="{2B96E4ED-8CDA-F4F7-27DB-18FA00F014D5}"/>
              </a:ext>
            </a:extLst>
          </p:cNvPr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TRACE unifies, investigates and explains — with evidence you can inspect.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>
            <a:extLst>
              <a:ext uri="{FF2B5EF4-FFF2-40B4-BE49-F238E27FC236}">
                <a16:creationId xmlns:a16="http://schemas.microsoft.com/office/drawing/2014/main" id="{BBFF57E4-0E1E-2AF1-D862-6CF5942E0215}"/>
              </a:ext>
            </a:extLst>
          </p:cNvPr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!!src_0">
            <a:extLst>
              <a:ext uri="{FF2B5EF4-FFF2-40B4-BE49-F238E27FC236}">
                <a16:creationId xmlns:a16="http://schemas.microsoft.com/office/drawing/2014/main" id="{FF227229-612F-F3A9-9976-47D432D86393}"/>
              </a:ext>
            </a:extLst>
          </p:cNvPr>
          <p:cNvSpPr/>
          <p:nvPr/>
        </p:nvSpPr>
        <p:spPr>
          <a:xfrm>
            <a:off x="685800" y="1929240"/>
            <a:ext cx="2651400" cy="149940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!!srcline_0">
            <a:extLst>
              <a:ext uri="{FF2B5EF4-FFF2-40B4-BE49-F238E27FC236}">
                <a16:creationId xmlns:a16="http://schemas.microsoft.com/office/drawing/2014/main" id="{A78FC801-BBB5-148E-36C8-96D31A100534}"/>
              </a:ext>
            </a:extLst>
          </p:cNvPr>
          <p:cNvSpPr/>
          <p:nvPr/>
        </p:nvSpPr>
        <p:spPr>
          <a:xfrm>
            <a:off x="685800" y="1929240"/>
            <a:ext cx="40680" cy="1499400"/>
          </a:xfrm>
          <a:prstGeom prst="rect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9">
            <a:extLst>
              <a:ext uri="{FF2B5EF4-FFF2-40B4-BE49-F238E27FC236}">
                <a16:creationId xmlns:a16="http://schemas.microsoft.com/office/drawing/2014/main" id="{7925967B-D04F-FE59-8485-509D7EFF2CE1}"/>
              </a:ext>
            </a:extLst>
          </p:cNvPr>
          <p:cNvSpPr/>
          <p:nvPr/>
        </p:nvSpPr>
        <p:spPr>
          <a:xfrm>
            <a:off x="932760" y="2139840"/>
            <a:ext cx="246600" cy="255600"/>
          </a:xfrm>
          <a:prstGeom prst="rect">
            <a:avLst/>
          </a:prstGeom>
          <a:solidFill>
            <a:srgbClr val="182B41"/>
          </a:solidFill>
          <a:ln w="176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0">
            <a:extLst>
              <a:ext uri="{FF2B5EF4-FFF2-40B4-BE49-F238E27FC236}">
                <a16:creationId xmlns:a16="http://schemas.microsoft.com/office/drawing/2014/main" id="{C7F3DC45-E882-3DC2-D179-0A2757AF6BDE}"/>
              </a:ext>
            </a:extLst>
          </p:cNvPr>
          <p:cNvSpPr/>
          <p:nvPr/>
        </p:nvSpPr>
        <p:spPr>
          <a:xfrm>
            <a:off x="982800" y="2217240"/>
            <a:ext cx="150840" cy="360"/>
          </a:xfrm>
          <a:prstGeom prst="line">
            <a:avLst/>
          </a:prstGeom>
          <a:ln w="140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1">
            <a:extLst>
              <a:ext uri="{FF2B5EF4-FFF2-40B4-BE49-F238E27FC236}">
                <a16:creationId xmlns:a16="http://schemas.microsoft.com/office/drawing/2014/main" id="{A98E956F-3D6A-7102-55BE-6B1F59FE73C2}"/>
              </a:ext>
            </a:extLst>
          </p:cNvPr>
          <p:cNvSpPr/>
          <p:nvPr/>
        </p:nvSpPr>
        <p:spPr>
          <a:xfrm>
            <a:off x="982800" y="2286000"/>
            <a:ext cx="123480" cy="360"/>
          </a:xfrm>
          <a:prstGeom prst="line">
            <a:avLst/>
          </a:prstGeom>
          <a:ln w="1404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!!srctext_0">
            <a:extLst>
              <a:ext uri="{FF2B5EF4-FFF2-40B4-BE49-F238E27FC236}">
                <a16:creationId xmlns:a16="http://schemas.microsoft.com/office/drawing/2014/main" id="{44583B94-5E73-5247-7A1F-46939E224F53}"/>
              </a:ext>
            </a:extLst>
          </p:cNvPr>
          <p:cNvSpPr/>
          <p:nvPr/>
        </p:nvSpPr>
        <p:spPr>
          <a:xfrm>
            <a:off x="1298520" y="21304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SYSTEM LOGS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3">
            <a:extLst>
              <a:ext uri="{FF2B5EF4-FFF2-40B4-BE49-F238E27FC236}">
                <a16:creationId xmlns:a16="http://schemas.microsoft.com/office/drawing/2014/main" id="{57108C93-8635-FEAF-60CD-8559EE27970A}"/>
              </a:ext>
            </a:extLst>
          </p:cNvPr>
          <p:cNvSpPr/>
          <p:nvPr/>
        </p:nvSpPr>
        <p:spPr>
          <a:xfrm>
            <a:off x="914400" y="26427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4">
            <a:extLst>
              <a:ext uri="{FF2B5EF4-FFF2-40B4-BE49-F238E27FC236}">
                <a16:creationId xmlns:a16="http://schemas.microsoft.com/office/drawing/2014/main" id="{82F87C3C-1D0D-067B-26A2-919B7538C058}"/>
              </a:ext>
            </a:extLst>
          </p:cNvPr>
          <p:cNvSpPr/>
          <p:nvPr/>
        </p:nvSpPr>
        <p:spPr>
          <a:xfrm>
            <a:off x="914400" y="2834640"/>
            <a:ext cx="2029680" cy="48240"/>
          </a:xfrm>
          <a:prstGeom prst="rect">
            <a:avLst/>
          </a:prstGeom>
          <a:solidFill>
            <a:srgbClr val="4D637A"/>
          </a:solidFill>
          <a:ln w="12600">
            <a:solidFill>
              <a:srgbClr val="4D637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5">
            <a:extLst>
              <a:ext uri="{FF2B5EF4-FFF2-40B4-BE49-F238E27FC236}">
                <a16:creationId xmlns:a16="http://schemas.microsoft.com/office/drawing/2014/main" id="{BC872F86-A3CD-120E-B54D-49EF70895791}"/>
              </a:ext>
            </a:extLst>
          </p:cNvPr>
          <p:cNvSpPr/>
          <p:nvPr/>
        </p:nvSpPr>
        <p:spPr>
          <a:xfrm>
            <a:off x="914400" y="3026520"/>
            <a:ext cx="1599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6">
            <a:extLst>
              <a:ext uri="{FF2B5EF4-FFF2-40B4-BE49-F238E27FC236}">
                <a16:creationId xmlns:a16="http://schemas.microsoft.com/office/drawing/2014/main" id="{19DD8D53-6F1C-018E-EAF2-05F160032B9E}"/>
              </a:ext>
            </a:extLst>
          </p:cNvPr>
          <p:cNvSpPr/>
          <p:nvPr/>
        </p:nvSpPr>
        <p:spPr>
          <a:xfrm>
            <a:off x="914400" y="32187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!!src_1">
            <a:extLst>
              <a:ext uri="{FF2B5EF4-FFF2-40B4-BE49-F238E27FC236}">
                <a16:creationId xmlns:a16="http://schemas.microsoft.com/office/drawing/2014/main" id="{2A439F68-380D-19D7-52FF-3E81DB82A7FA}"/>
              </a:ext>
            </a:extLst>
          </p:cNvPr>
          <p:cNvSpPr/>
          <p:nvPr/>
        </p:nvSpPr>
        <p:spPr>
          <a:xfrm>
            <a:off x="685800" y="3584520"/>
            <a:ext cx="2651400" cy="149940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!!srcline_1">
            <a:extLst>
              <a:ext uri="{FF2B5EF4-FFF2-40B4-BE49-F238E27FC236}">
                <a16:creationId xmlns:a16="http://schemas.microsoft.com/office/drawing/2014/main" id="{7CFD5827-3BB0-5BB1-7605-30DD6C3AD06F}"/>
              </a:ext>
            </a:extLst>
          </p:cNvPr>
          <p:cNvSpPr/>
          <p:nvPr/>
        </p:nvSpPr>
        <p:spPr>
          <a:xfrm>
            <a:off x="685800" y="3584520"/>
            <a:ext cx="40680" cy="1499400"/>
          </a:xfrm>
          <a:prstGeom prst="rect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9">
            <a:extLst>
              <a:ext uri="{FF2B5EF4-FFF2-40B4-BE49-F238E27FC236}">
                <a16:creationId xmlns:a16="http://schemas.microsoft.com/office/drawing/2014/main" id="{A1D9FAA1-362A-04F1-BC3F-66413A7291D0}"/>
              </a:ext>
            </a:extLst>
          </p:cNvPr>
          <p:cNvSpPr/>
          <p:nvPr/>
        </p:nvSpPr>
        <p:spPr>
          <a:xfrm>
            <a:off x="1042560" y="3904560"/>
            <a:ext cx="82080" cy="8208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0">
            <a:extLst>
              <a:ext uri="{FF2B5EF4-FFF2-40B4-BE49-F238E27FC236}">
                <a16:creationId xmlns:a16="http://schemas.microsoft.com/office/drawing/2014/main" id="{D14844C3-FBA7-CAE7-7491-04B9FA66B228}"/>
              </a:ext>
            </a:extLst>
          </p:cNvPr>
          <p:cNvSpPr/>
          <p:nvPr/>
        </p:nvSpPr>
        <p:spPr>
          <a:xfrm>
            <a:off x="955440" y="3840480"/>
            <a:ext cx="255600" cy="255600"/>
          </a:xfrm>
          <a:prstGeom prst="arc">
            <a:avLst>
              <a:gd name="adj1" fmla="val 16200000"/>
              <a:gd name="adj2" fmla="val 0"/>
            </a:avLst>
          </a:prstGeom>
          <a:noFill/>
          <a:ln w="14760">
            <a:solidFill>
              <a:srgbClr val="B39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!!srctext_1">
            <a:extLst>
              <a:ext uri="{FF2B5EF4-FFF2-40B4-BE49-F238E27FC236}">
                <a16:creationId xmlns:a16="http://schemas.microsoft.com/office/drawing/2014/main" id="{58E8D8EC-E2CB-733F-C600-BCDE297B961A}"/>
              </a:ext>
            </a:extLst>
          </p:cNvPr>
          <p:cNvSpPr/>
          <p:nvPr/>
        </p:nvSpPr>
        <p:spPr>
          <a:xfrm>
            <a:off x="1298520" y="378576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SNIFFER BUS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2">
            <a:extLst>
              <a:ext uri="{FF2B5EF4-FFF2-40B4-BE49-F238E27FC236}">
                <a16:creationId xmlns:a16="http://schemas.microsoft.com/office/drawing/2014/main" id="{767198FD-3FED-368E-E17E-9FEEFB626FA6}"/>
              </a:ext>
            </a:extLst>
          </p:cNvPr>
          <p:cNvSpPr/>
          <p:nvPr/>
        </p:nvSpPr>
        <p:spPr>
          <a:xfrm>
            <a:off x="914400" y="4297680"/>
            <a:ext cx="214848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3">
            <a:extLst>
              <a:ext uri="{FF2B5EF4-FFF2-40B4-BE49-F238E27FC236}">
                <a16:creationId xmlns:a16="http://schemas.microsoft.com/office/drawing/2014/main" id="{4B52D5A7-E5D2-62C3-6300-FA96CBC0203B}"/>
              </a:ext>
            </a:extLst>
          </p:cNvPr>
          <p:cNvSpPr/>
          <p:nvPr/>
        </p:nvSpPr>
        <p:spPr>
          <a:xfrm>
            <a:off x="914400" y="448956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4">
            <a:extLst>
              <a:ext uri="{FF2B5EF4-FFF2-40B4-BE49-F238E27FC236}">
                <a16:creationId xmlns:a16="http://schemas.microsoft.com/office/drawing/2014/main" id="{C2673966-7448-40CC-63CC-5F835694B46C}"/>
              </a:ext>
            </a:extLst>
          </p:cNvPr>
          <p:cNvSpPr/>
          <p:nvPr/>
        </p:nvSpPr>
        <p:spPr>
          <a:xfrm>
            <a:off x="914400" y="4681800"/>
            <a:ext cx="1481040" cy="48240"/>
          </a:xfrm>
          <a:prstGeom prst="rect">
            <a:avLst/>
          </a:prstGeom>
          <a:solidFill>
            <a:srgbClr val="4D637A"/>
          </a:solidFill>
          <a:ln w="12600">
            <a:solidFill>
              <a:srgbClr val="4D637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5">
            <a:extLst>
              <a:ext uri="{FF2B5EF4-FFF2-40B4-BE49-F238E27FC236}">
                <a16:creationId xmlns:a16="http://schemas.microsoft.com/office/drawing/2014/main" id="{5496B2EF-7A0C-40A9-5964-D64F7116F167}"/>
              </a:ext>
            </a:extLst>
          </p:cNvPr>
          <p:cNvSpPr/>
          <p:nvPr/>
        </p:nvSpPr>
        <p:spPr>
          <a:xfrm>
            <a:off x="914400" y="487368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!!src_2">
            <a:extLst>
              <a:ext uri="{FF2B5EF4-FFF2-40B4-BE49-F238E27FC236}">
                <a16:creationId xmlns:a16="http://schemas.microsoft.com/office/drawing/2014/main" id="{62D2C166-DF99-E1D3-43BC-BF01D61FDB0C}"/>
              </a:ext>
            </a:extLst>
          </p:cNvPr>
          <p:cNvSpPr/>
          <p:nvPr/>
        </p:nvSpPr>
        <p:spPr>
          <a:xfrm>
            <a:off x="685800" y="5230440"/>
            <a:ext cx="2651400" cy="100548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404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!!srcline_2">
            <a:extLst>
              <a:ext uri="{FF2B5EF4-FFF2-40B4-BE49-F238E27FC236}">
                <a16:creationId xmlns:a16="http://schemas.microsoft.com/office/drawing/2014/main" id="{4CC174B7-9E69-A322-9592-C25FA0C3E4E4}"/>
              </a:ext>
            </a:extLst>
          </p:cNvPr>
          <p:cNvSpPr/>
          <p:nvPr/>
        </p:nvSpPr>
        <p:spPr>
          <a:xfrm>
            <a:off x="685800" y="5230440"/>
            <a:ext cx="40680" cy="1005480"/>
          </a:xfrm>
          <a:prstGeom prst="rect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8">
            <a:extLst>
              <a:ext uri="{FF2B5EF4-FFF2-40B4-BE49-F238E27FC236}">
                <a16:creationId xmlns:a16="http://schemas.microsoft.com/office/drawing/2014/main" id="{BB78C1BA-882B-345D-3F07-321F2E5E218D}"/>
              </a:ext>
            </a:extLst>
          </p:cNvPr>
          <p:cNvSpPr/>
          <p:nvPr/>
        </p:nvSpPr>
        <p:spPr>
          <a:xfrm>
            <a:off x="951120" y="5431680"/>
            <a:ext cx="246600" cy="273960"/>
          </a:xfrm>
          <a:prstGeom prst="rect">
            <a:avLst/>
          </a:prstGeom>
          <a:solidFill>
            <a:srgbClr val="182B41"/>
          </a:solidFill>
          <a:ln w="1656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9">
            <a:extLst>
              <a:ext uri="{FF2B5EF4-FFF2-40B4-BE49-F238E27FC236}">
                <a16:creationId xmlns:a16="http://schemas.microsoft.com/office/drawing/2014/main" id="{BEDF1076-7FD6-0207-B470-115140F60EC3}"/>
              </a:ext>
            </a:extLst>
          </p:cNvPr>
          <p:cNvSpPr/>
          <p:nvPr/>
        </p:nvSpPr>
        <p:spPr>
          <a:xfrm>
            <a:off x="1005840" y="5513760"/>
            <a:ext cx="14616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0">
            <a:extLst>
              <a:ext uri="{FF2B5EF4-FFF2-40B4-BE49-F238E27FC236}">
                <a16:creationId xmlns:a16="http://schemas.microsoft.com/office/drawing/2014/main" id="{323FF67B-A202-60D1-61E1-0D94567BB488}"/>
              </a:ext>
            </a:extLst>
          </p:cNvPr>
          <p:cNvSpPr/>
          <p:nvPr/>
        </p:nvSpPr>
        <p:spPr>
          <a:xfrm>
            <a:off x="1005840" y="5577840"/>
            <a:ext cx="11880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1">
            <a:extLst>
              <a:ext uri="{FF2B5EF4-FFF2-40B4-BE49-F238E27FC236}">
                <a16:creationId xmlns:a16="http://schemas.microsoft.com/office/drawing/2014/main" id="{E0656841-CE4C-1C14-3690-7DC3025FB2CB}"/>
              </a:ext>
            </a:extLst>
          </p:cNvPr>
          <p:cNvSpPr/>
          <p:nvPr/>
        </p:nvSpPr>
        <p:spPr>
          <a:xfrm>
            <a:off x="1005840" y="5641560"/>
            <a:ext cx="127800" cy="36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!!srctext_2">
            <a:extLst>
              <a:ext uri="{FF2B5EF4-FFF2-40B4-BE49-F238E27FC236}">
                <a16:creationId xmlns:a16="http://schemas.microsoft.com/office/drawing/2014/main" id="{5A3AB60F-7325-9078-2CDF-6381B0C9990E}"/>
              </a:ext>
            </a:extLst>
          </p:cNvPr>
          <p:cNvSpPr/>
          <p:nvPr/>
        </p:nvSpPr>
        <p:spPr>
          <a:xfrm>
            <a:off x="1298520" y="54316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OPERATOR DIARY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3">
            <a:extLst>
              <a:ext uri="{FF2B5EF4-FFF2-40B4-BE49-F238E27FC236}">
                <a16:creationId xmlns:a16="http://schemas.microsoft.com/office/drawing/2014/main" id="{11C3BEDC-050F-4723-A309-C594DAD8D2FB}"/>
              </a:ext>
            </a:extLst>
          </p:cNvPr>
          <p:cNvSpPr/>
          <p:nvPr/>
        </p:nvSpPr>
        <p:spPr>
          <a:xfrm>
            <a:off x="914400" y="5943600"/>
            <a:ext cx="2175840" cy="48240"/>
          </a:xfrm>
          <a:prstGeom prst="rect">
            <a:avLst/>
          </a:prstGeom>
          <a:solidFill>
            <a:srgbClr val="2C465F"/>
          </a:solidFill>
          <a:ln w="12600">
            <a:solidFill>
              <a:srgbClr val="2C465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4">
            <a:extLst>
              <a:ext uri="{FF2B5EF4-FFF2-40B4-BE49-F238E27FC236}">
                <a16:creationId xmlns:a16="http://schemas.microsoft.com/office/drawing/2014/main" id="{32C10924-8280-697A-EA9D-5617921FA738}"/>
              </a:ext>
            </a:extLst>
          </p:cNvPr>
          <p:cNvSpPr/>
          <p:nvPr/>
        </p:nvSpPr>
        <p:spPr>
          <a:xfrm>
            <a:off x="3401280" y="2651760"/>
            <a:ext cx="1399320" cy="137160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5">
            <a:extLst>
              <a:ext uri="{FF2B5EF4-FFF2-40B4-BE49-F238E27FC236}">
                <a16:creationId xmlns:a16="http://schemas.microsoft.com/office/drawing/2014/main" id="{6E8CDBD3-2470-B937-B643-46595939AC46}"/>
              </a:ext>
            </a:extLst>
          </p:cNvPr>
          <p:cNvSpPr/>
          <p:nvPr/>
        </p:nvSpPr>
        <p:spPr>
          <a:xfrm flipV="1">
            <a:off x="3401280" y="4023360"/>
            <a:ext cx="1399320" cy="27432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6">
            <a:extLst>
              <a:ext uri="{FF2B5EF4-FFF2-40B4-BE49-F238E27FC236}">
                <a16:creationId xmlns:a16="http://schemas.microsoft.com/office/drawing/2014/main" id="{A4CB7EE3-FD0D-656E-E38A-B9EBA89D5146}"/>
              </a:ext>
            </a:extLst>
          </p:cNvPr>
          <p:cNvSpPr/>
          <p:nvPr/>
        </p:nvSpPr>
        <p:spPr>
          <a:xfrm flipV="1">
            <a:off x="3401280" y="4023360"/>
            <a:ext cx="1399320" cy="1554480"/>
          </a:xfrm>
          <a:prstGeom prst="line">
            <a:avLst/>
          </a:prstGeom>
          <a:ln w="1332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7DF9BA3-8498-4DE1-566B-077658DA3EDA}"/>
              </a:ext>
            </a:extLst>
          </p:cNvPr>
          <p:cNvGrpSpPr/>
          <p:nvPr/>
        </p:nvGrpSpPr>
        <p:grpSpPr>
          <a:xfrm>
            <a:off x="4800600" y="3237120"/>
            <a:ext cx="3062880" cy="1535760"/>
            <a:chOff x="4800600" y="3237120"/>
            <a:chExt cx="3062880" cy="1535760"/>
          </a:xfrm>
        </p:grpSpPr>
        <p:sp>
          <p:nvSpPr>
            <p:cNvPr id="194" name="Shape 37">
              <a:extLst>
                <a:ext uri="{FF2B5EF4-FFF2-40B4-BE49-F238E27FC236}">
                  <a16:creationId xmlns:a16="http://schemas.microsoft.com/office/drawing/2014/main" id="{94348E15-D002-CD89-57E9-6C99EF25383E}"/>
                </a:ext>
              </a:extLst>
            </p:cNvPr>
            <p:cNvSpPr/>
            <p:nvPr/>
          </p:nvSpPr>
          <p:spPr>
            <a:xfrm>
              <a:off x="4800600" y="3237120"/>
              <a:ext cx="3062880" cy="153576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1764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Shape 38">
              <a:extLst>
                <a:ext uri="{FF2B5EF4-FFF2-40B4-BE49-F238E27FC236}">
                  <a16:creationId xmlns:a16="http://schemas.microsoft.com/office/drawing/2014/main" id="{26247192-FFC3-68B1-2463-8E206728CD71}"/>
                </a:ext>
              </a:extLst>
            </p:cNvPr>
            <p:cNvSpPr/>
            <p:nvPr/>
          </p:nvSpPr>
          <p:spPr>
            <a:xfrm>
              <a:off x="5102280" y="3630240"/>
              <a:ext cx="484200" cy="484200"/>
            </a:xfrm>
            <a:prstGeom prst="ellipse">
              <a:avLst/>
            </a:prstGeom>
            <a:solidFill>
              <a:srgbClr val="174D58"/>
            </a:solidFill>
            <a:ln w="1260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 39">
              <a:extLst>
                <a:ext uri="{FF2B5EF4-FFF2-40B4-BE49-F238E27FC236}">
                  <a16:creationId xmlns:a16="http://schemas.microsoft.com/office/drawing/2014/main" id="{B88FADAC-E039-DC82-8B88-D898A3F4F2B4}"/>
                </a:ext>
              </a:extLst>
            </p:cNvPr>
            <p:cNvSpPr/>
            <p:nvPr/>
          </p:nvSpPr>
          <p:spPr>
            <a:xfrm>
              <a:off x="5262480" y="3753720"/>
              <a:ext cx="16416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fontScale="700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900" b="0" u="none" strike="noStrike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✦</a:t>
              </a:r>
              <a:endParaRPr lang="en-US" sz="1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!!trace_brand">
              <a:extLst>
                <a:ext uri="{FF2B5EF4-FFF2-40B4-BE49-F238E27FC236}">
                  <a16:creationId xmlns:a16="http://schemas.microsoft.com/office/drawing/2014/main" id="{60F531E9-37A8-24E2-3808-530EA8A2557D}"/>
                </a:ext>
              </a:extLst>
            </p:cNvPr>
            <p:cNvSpPr/>
            <p:nvPr/>
          </p:nvSpPr>
          <p:spPr>
            <a:xfrm>
              <a:off x="5715000" y="3611880"/>
              <a:ext cx="182844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fontScale="92500"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200" b="1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TRACE</a:t>
              </a:r>
              <a:endPara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Text 41">
              <a:extLst>
                <a:ext uri="{FF2B5EF4-FFF2-40B4-BE49-F238E27FC236}">
                  <a16:creationId xmlns:a16="http://schemas.microsoft.com/office/drawing/2014/main" id="{06888A87-299E-C4DF-2A9A-45F5994C2BE0}"/>
                </a:ext>
              </a:extLst>
            </p:cNvPr>
            <p:cNvSpPr/>
            <p:nvPr/>
          </p:nvSpPr>
          <p:spPr>
            <a:xfrm>
              <a:off x="5715000" y="3968640"/>
              <a:ext cx="182844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u="none" strike="noStrike">
                  <a:solidFill>
                    <a:srgbClr val="94A7BC"/>
                  </a:solidFill>
                  <a:effectLst/>
                  <a:uFillTx/>
                  <a:latin typeface="Inter"/>
                  <a:ea typeface="Inter"/>
                </a:rPr>
                <a:t>UNIFIED EVENT MODEL</a:t>
              </a:r>
              <a:endPara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9" name="Shape 42">
            <a:extLst>
              <a:ext uri="{FF2B5EF4-FFF2-40B4-BE49-F238E27FC236}">
                <a16:creationId xmlns:a16="http://schemas.microsoft.com/office/drawing/2014/main" id="{95247559-9869-EF80-1E73-F7C190250A60}"/>
              </a:ext>
            </a:extLst>
          </p:cNvPr>
          <p:cNvSpPr/>
          <p:nvPr/>
        </p:nvSpPr>
        <p:spPr>
          <a:xfrm>
            <a:off x="7881840" y="4005000"/>
            <a:ext cx="631080" cy="360"/>
          </a:xfrm>
          <a:prstGeom prst="line">
            <a:avLst/>
          </a:prstGeom>
          <a:ln w="21600">
            <a:solidFill>
              <a:srgbClr val="53D5D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581CD4-103C-5CF2-4593-BFC748BFAE52}"/>
              </a:ext>
            </a:extLst>
          </p:cNvPr>
          <p:cNvGrpSpPr/>
          <p:nvPr/>
        </p:nvGrpSpPr>
        <p:grpSpPr>
          <a:xfrm>
            <a:off x="8577000" y="2660760"/>
            <a:ext cx="2880000" cy="2861640"/>
            <a:chOff x="8577000" y="2660760"/>
            <a:chExt cx="2880000" cy="2861640"/>
          </a:xfrm>
        </p:grpSpPr>
        <p:sp>
          <p:nvSpPr>
            <p:cNvPr id="200" name="Shape 43">
              <a:extLst>
                <a:ext uri="{FF2B5EF4-FFF2-40B4-BE49-F238E27FC236}">
                  <a16:creationId xmlns:a16="http://schemas.microsoft.com/office/drawing/2014/main" id="{00315701-548A-0184-D255-69891F6076A6}"/>
                </a:ext>
              </a:extLst>
            </p:cNvPr>
            <p:cNvSpPr/>
            <p:nvPr/>
          </p:nvSpPr>
          <p:spPr>
            <a:xfrm>
              <a:off x="8577000" y="2660760"/>
              <a:ext cx="2880000" cy="2861640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152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Text 44">
              <a:extLst>
                <a:ext uri="{FF2B5EF4-FFF2-40B4-BE49-F238E27FC236}">
                  <a16:creationId xmlns:a16="http://schemas.microsoft.com/office/drawing/2014/main" id="{70BF8BD8-EC63-74B3-2376-B64FE742D85D}"/>
                </a:ext>
              </a:extLst>
            </p:cNvPr>
            <p:cNvSpPr/>
            <p:nvPr/>
          </p:nvSpPr>
          <p:spPr>
            <a:xfrm>
              <a:off x="8823960" y="2971800"/>
              <a:ext cx="2239920" cy="21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u="none" strike="noStrike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INVESTIGATION LOOP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Shape 45">
              <a:extLst>
                <a:ext uri="{FF2B5EF4-FFF2-40B4-BE49-F238E27FC236}">
                  <a16:creationId xmlns:a16="http://schemas.microsoft.com/office/drawing/2014/main" id="{5C1E343F-6C5D-4980-3019-A66AC125ADE2}"/>
                </a:ext>
              </a:extLst>
            </p:cNvPr>
            <p:cNvSpPr/>
            <p:nvPr/>
          </p:nvSpPr>
          <p:spPr>
            <a:xfrm>
              <a:off x="8823960" y="340164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Text 46">
              <a:extLst>
                <a:ext uri="{FF2B5EF4-FFF2-40B4-BE49-F238E27FC236}">
                  <a16:creationId xmlns:a16="http://schemas.microsoft.com/office/drawing/2014/main" id="{380D014C-9830-DBE7-A0EB-17AA982A2D4B}"/>
                </a:ext>
              </a:extLst>
            </p:cNvPr>
            <p:cNvSpPr/>
            <p:nvPr/>
          </p:nvSpPr>
          <p:spPr>
            <a:xfrm>
              <a:off x="8952120" y="347472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01</a:t>
              </a:r>
              <a:endParaRPr lang="en-US" sz="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Text 47">
              <a:extLst>
                <a:ext uri="{FF2B5EF4-FFF2-40B4-BE49-F238E27FC236}">
                  <a16:creationId xmlns:a16="http://schemas.microsoft.com/office/drawing/2014/main" id="{39E0E9C6-755E-AC8B-7AB3-DB6DCC16E59A}"/>
                </a:ext>
              </a:extLst>
            </p:cNvPr>
            <p:cNvSpPr/>
            <p:nvPr/>
          </p:nvSpPr>
          <p:spPr>
            <a:xfrm>
              <a:off x="9290160" y="345636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Fetch evidence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Shape 48">
              <a:extLst>
                <a:ext uri="{FF2B5EF4-FFF2-40B4-BE49-F238E27FC236}">
                  <a16:creationId xmlns:a16="http://schemas.microsoft.com/office/drawing/2014/main" id="{1C3825D0-3A7B-C7E6-C1A1-5F5A6590124A}"/>
                </a:ext>
              </a:extLst>
            </p:cNvPr>
            <p:cNvSpPr/>
            <p:nvPr/>
          </p:nvSpPr>
          <p:spPr>
            <a:xfrm>
              <a:off x="8823960" y="383148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Text 49">
              <a:extLst>
                <a:ext uri="{FF2B5EF4-FFF2-40B4-BE49-F238E27FC236}">
                  <a16:creationId xmlns:a16="http://schemas.microsoft.com/office/drawing/2014/main" id="{D50BA1EC-4C49-34B5-9B6F-195A5E3F9432}"/>
                </a:ext>
              </a:extLst>
            </p:cNvPr>
            <p:cNvSpPr/>
            <p:nvPr/>
          </p:nvSpPr>
          <p:spPr>
            <a:xfrm>
              <a:off x="8952120" y="390456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02</a:t>
              </a:r>
              <a:endParaRPr lang="en-US" sz="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 50">
              <a:extLst>
                <a:ext uri="{FF2B5EF4-FFF2-40B4-BE49-F238E27FC236}">
                  <a16:creationId xmlns:a16="http://schemas.microsoft.com/office/drawing/2014/main" id="{A1EE0BEA-91DE-232C-9541-A335A3C967E6}"/>
                </a:ext>
              </a:extLst>
            </p:cNvPr>
            <p:cNvSpPr/>
            <p:nvPr/>
          </p:nvSpPr>
          <p:spPr>
            <a:xfrm>
              <a:off x="9290160" y="388620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Correlate events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Shape 51">
              <a:extLst>
                <a:ext uri="{FF2B5EF4-FFF2-40B4-BE49-F238E27FC236}">
                  <a16:creationId xmlns:a16="http://schemas.microsoft.com/office/drawing/2014/main" id="{DD34943A-F7AA-724D-2D37-9A62C72514CB}"/>
                </a:ext>
              </a:extLst>
            </p:cNvPr>
            <p:cNvSpPr/>
            <p:nvPr/>
          </p:nvSpPr>
          <p:spPr>
            <a:xfrm>
              <a:off x="8823960" y="426096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2243A"/>
            </a:solidFill>
            <a:ln w="8280">
              <a:solidFill>
                <a:srgbClr val="28425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Text 52">
              <a:extLst>
                <a:ext uri="{FF2B5EF4-FFF2-40B4-BE49-F238E27FC236}">
                  <a16:creationId xmlns:a16="http://schemas.microsoft.com/office/drawing/2014/main" id="{F98574CB-C8D6-A00A-5D3B-27442962101D}"/>
                </a:ext>
              </a:extLst>
            </p:cNvPr>
            <p:cNvSpPr/>
            <p:nvPr/>
          </p:nvSpPr>
          <p:spPr>
            <a:xfrm>
              <a:off x="8952120" y="433440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>
                  <a:solidFill>
                    <a:srgbClr val="6F869E"/>
                  </a:solidFill>
                  <a:effectLst/>
                  <a:uFillTx/>
                  <a:latin typeface="Inter"/>
                  <a:ea typeface="Inter"/>
                </a:rPr>
                <a:t>03</a:t>
              </a:r>
              <a:endParaRPr lang="en-US" sz="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Text 53">
              <a:extLst>
                <a:ext uri="{FF2B5EF4-FFF2-40B4-BE49-F238E27FC236}">
                  <a16:creationId xmlns:a16="http://schemas.microsoft.com/office/drawing/2014/main" id="{11743085-C3AC-735B-AF16-EFB4EB0B6E26}"/>
                </a:ext>
              </a:extLst>
            </p:cNvPr>
            <p:cNvSpPr/>
            <p:nvPr/>
          </p:nvSpPr>
          <p:spPr>
            <a:xfrm>
              <a:off x="9290160" y="431604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Test hypotheses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Shape 54">
              <a:extLst>
                <a:ext uri="{FF2B5EF4-FFF2-40B4-BE49-F238E27FC236}">
                  <a16:creationId xmlns:a16="http://schemas.microsoft.com/office/drawing/2014/main" id="{36E38332-E71C-E9AB-8BB7-DEC3A6A866DA}"/>
                </a:ext>
              </a:extLst>
            </p:cNvPr>
            <p:cNvSpPr/>
            <p:nvPr/>
          </p:nvSpPr>
          <p:spPr>
            <a:xfrm>
              <a:off x="8823960" y="4690800"/>
              <a:ext cx="2358720" cy="301320"/>
            </a:xfrm>
            <a:prstGeom prst="roundRect">
              <a:avLst>
                <a:gd name="adj" fmla="val 16667"/>
              </a:avLst>
            </a:prstGeom>
            <a:solidFill>
              <a:srgbClr val="1B5256"/>
            </a:solidFill>
            <a:ln w="828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Text 55">
              <a:extLst>
                <a:ext uri="{FF2B5EF4-FFF2-40B4-BE49-F238E27FC236}">
                  <a16:creationId xmlns:a16="http://schemas.microsoft.com/office/drawing/2014/main" id="{8913724B-56BA-EA83-2BBE-73D1F82FC9F7}"/>
                </a:ext>
              </a:extLst>
            </p:cNvPr>
            <p:cNvSpPr/>
            <p:nvPr/>
          </p:nvSpPr>
          <p:spPr>
            <a:xfrm>
              <a:off x="8952120" y="4763880"/>
              <a:ext cx="264960" cy="13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100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04</a:t>
              </a:r>
              <a:endParaRPr lang="en-US" sz="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 56">
              <a:extLst>
                <a:ext uri="{FF2B5EF4-FFF2-40B4-BE49-F238E27FC236}">
                  <a16:creationId xmlns:a16="http://schemas.microsoft.com/office/drawing/2014/main" id="{23798038-DB84-46E1-0627-010A30D77288}"/>
                </a:ext>
              </a:extLst>
            </p:cNvPr>
            <p:cNvSpPr/>
            <p:nvPr/>
          </p:nvSpPr>
          <p:spPr>
            <a:xfrm>
              <a:off x="9290160" y="4745880"/>
              <a:ext cx="1728000" cy="1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 dirty="0">
                  <a:solidFill>
                    <a:srgbClr val="F3F7FC"/>
                  </a:solidFill>
                  <a:effectLst/>
                  <a:uFillTx/>
                  <a:latin typeface="Inter"/>
                  <a:ea typeface="Inter"/>
                </a:rPr>
                <a:t>Verify references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Shape 57">
            <a:extLst>
              <a:ext uri="{FF2B5EF4-FFF2-40B4-BE49-F238E27FC236}">
                <a16:creationId xmlns:a16="http://schemas.microsoft.com/office/drawing/2014/main" id="{DE9F9725-FF85-5268-06AA-39361EBEFB20}"/>
              </a:ext>
            </a:extLst>
          </p:cNvPr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8">
            <a:extLst>
              <a:ext uri="{FF2B5EF4-FFF2-40B4-BE49-F238E27FC236}">
                <a16:creationId xmlns:a16="http://schemas.microsoft.com/office/drawing/2014/main" id="{0BC7198F-023F-8B32-BF9A-CF3689F06A9B}"/>
              </a:ext>
            </a:extLst>
          </p:cNvPr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0">
            <a:extLst>
              <a:ext uri="{FF2B5EF4-FFF2-40B4-BE49-F238E27FC236}">
                <a16:creationId xmlns:a16="http://schemas.microsoft.com/office/drawing/2014/main" id="{98A36BFE-5AB4-85E3-50C4-1D8A3D79216D}"/>
              </a:ext>
            </a:extLst>
          </p:cNvPr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46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1"/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03 / THE WORKSPACE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"/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Everything an investigator needs.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A time-aligned investigation surface — not just a chat window.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"/>
          <p:cNvSpPr/>
          <p:nvPr/>
        </p:nvSpPr>
        <p:spPr>
          <a:xfrm>
            <a:off x="521280" y="1581840"/>
            <a:ext cx="11127960" cy="455328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152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6"/>
          <p:cNvSpPr/>
          <p:nvPr/>
        </p:nvSpPr>
        <p:spPr>
          <a:xfrm>
            <a:off x="521280" y="1581840"/>
            <a:ext cx="11127960" cy="411120"/>
          </a:xfrm>
          <a:prstGeom prst="rect">
            <a:avLst/>
          </a:prstGeom>
          <a:solidFill>
            <a:srgbClr val="12243A"/>
          </a:solidFill>
          <a:ln w="12600">
            <a:solidFill>
              <a:srgbClr val="12243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694800" y="1746360"/>
            <a:ext cx="68400" cy="6840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60" rIns="90000" bIns="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8"/>
          <p:cNvSpPr/>
          <p:nvPr/>
        </p:nvSpPr>
        <p:spPr>
          <a:xfrm>
            <a:off x="831960" y="1746360"/>
            <a:ext cx="68400" cy="6840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60" rIns="90000" bIns="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969120" y="1746360"/>
            <a:ext cx="68400" cy="6840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60" rIns="90000" bIns="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!!trace_brand"/>
          <p:cNvSpPr/>
          <p:nvPr/>
        </p:nvSpPr>
        <p:spPr>
          <a:xfrm>
            <a:off x="1188720" y="1700640"/>
            <a:ext cx="36572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 spc="51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TRACE  /  INVESTIGATION WORKSPACE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1"/>
          <p:cNvSpPr/>
          <p:nvPr/>
        </p:nvSpPr>
        <p:spPr>
          <a:xfrm>
            <a:off x="8357760" y="1710000"/>
            <a:ext cx="30628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CASE 001  /  MISSED DETECTION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2"/>
          <p:cNvSpPr/>
          <p:nvPr/>
        </p:nvSpPr>
        <p:spPr>
          <a:xfrm>
            <a:off x="521280" y="1993320"/>
            <a:ext cx="502560" cy="4141800"/>
          </a:xfrm>
          <a:prstGeom prst="rect">
            <a:avLst/>
          </a:prstGeom>
          <a:solidFill>
            <a:srgbClr val="0D1A2A"/>
          </a:solidFill>
          <a:ln w="12600">
            <a:solidFill>
              <a:srgbClr val="0D1A2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3"/>
          <p:cNvSpPr/>
          <p:nvPr/>
        </p:nvSpPr>
        <p:spPr>
          <a:xfrm>
            <a:off x="658440" y="224928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82B41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4"/>
          <p:cNvSpPr/>
          <p:nvPr/>
        </p:nvSpPr>
        <p:spPr>
          <a:xfrm>
            <a:off x="658440" y="268848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74D58"/>
          </a:solidFill>
          <a:ln w="90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5"/>
          <p:cNvSpPr/>
          <p:nvPr/>
        </p:nvSpPr>
        <p:spPr>
          <a:xfrm>
            <a:off x="658440" y="312732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82B41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6"/>
          <p:cNvSpPr/>
          <p:nvPr/>
        </p:nvSpPr>
        <p:spPr>
          <a:xfrm>
            <a:off x="658440" y="356616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82B41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7"/>
          <p:cNvSpPr/>
          <p:nvPr/>
        </p:nvSpPr>
        <p:spPr>
          <a:xfrm>
            <a:off x="1024200" y="1993320"/>
            <a:ext cx="7470360" cy="4141800"/>
          </a:xfrm>
          <a:prstGeom prst="rect">
            <a:avLst/>
          </a:prstGeom>
          <a:solidFill>
            <a:srgbClr val="0E1E30"/>
          </a:solidFill>
          <a:ln w="12600">
            <a:solidFill>
              <a:srgbClr val="0E1E3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8"/>
          <p:cNvSpPr/>
          <p:nvPr/>
        </p:nvSpPr>
        <p:spPr>
          <a:xfrm>
            <a:off x="1243440" y="21578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Unified event timeline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9"/>
          <p:cNvSpPr/>
          <p:nvPr/>
        </p:nvSpPr>
        <p:spPr>
          <a:xfrm>
            <a:off x="1243440" y="2560320"/>
            <a:ext cx="1161000" cy="27396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0"/>
          <p:cNvSpPr/>
          <p:nvPr/>
        </p:nvSpPr>
        <p:spPr>
          <a:xfrm>
            <a:off x="1353240" y="2665440"/>
            <a:ext cx="54360" cy="5436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1"/>
          <p:cNvSpPr/>
          <p:nvPr/>
        </p:nvSpPr>
        <p:spPr>
          <a:xfrm>
            <a:off x="1481400" y="2623320"/>
            <a:ext cx="868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SYSTEMS  03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2"/>
          <p:cNvSpPr/>
          <p:nvPr/>
        </p:nvSpPr>
        <p:spPr>
          <a:xfrm>
            <a:off x="2514600" y="2560320"/>
            <a:ext cx="1389600" cy="27396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3"/>
          <p:cNvSpPr/>
          <p:nvPr/>
        </p:nvSpPr>
        <p:spPr>
          <a:xfrm>
            <a:off x="2624400" y="2665440"/>
            <a:ext cx="54360" cy="5436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4"/>
          <p:cNvSpPr/>
          <p:nvPr/>
        </p:nvSpPr>
        <p:spPr>
          <a:xfrm>
            <a:off x="2752200" y="2623320"/>
            <a:ext cx="1096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EVENTS  18,427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5"/>
          <p:cNvSpPr/>
          <p:nvPr/>
        </p:nvSpPr>
        <p:spPr>
          <a:xfrm>
            <a:off x="4023360" y="2560320"/>
            <a:ext cx="1490040" cy="27396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6"/>
          <p:cNvSpPr/>
          <p:nvPr/>
        </p:nvSpPr>
        <p:spPr>
          <a:xfrm>
            <a:off x="4133160" y="2665440"/>
            <a:ext cx="54360" cy="5436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7"/>
          <p:cNvSpPr/>
          <p:nvPr/>
        </p:nvSpPr>
        <p:spPr>
          <a:xfrm>
            <a:off x="4260960" y="2623320"/>
            <a:ext cx="1197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ANOMALIES  07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8"/>
          <p:cNvSpPr/>
          <p:nvPr/>
        </p:nvSpPr>
        <p:spPr>
          <a:xfrm>
            <a:off x="5934600" y="2587680"/>
            <a:ext cx="23587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13:55:00    —    14:10:00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9"/>
          <p:cNvSpPr/>
          <p:nvPr/>
        </p:nvSpPr>
        <p:spPr>
          <a:xfrm>
            <a:off x="1261800" y="3099960"/>
            <a:ext cx="6976440" cy="1846800"/>
          </a:xfrm>
          <a:prstGeom prst="roundRect">
            <a:avLst>
              <a:gd name="adj" fmla="val 16667"/>
            </a:avLst>
          </a:prstGeom>
          <a:solidFill>
            <a:srgbClr val="0B1929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0"/>
          <p:cNvSpPr/>
          <p:nvPr/>
        </p:nvSpPr>
        <p:spPr>
          <a:xfrm>
            <a:off x="220356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1"/>
          <p:cNvSpPr/>
          <p:nvPr/>
        </p:nvSpPr>
        <p:spPr>
          <a:xfrm>
            <a:off x="199332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13:55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2"/>
          <p:cNvSpPr/>
          <p:nvPr/>
        </p:nvSpPr>
        <p:spPr>
          <a:xfrm>
            <a:off x="318636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3"/>
          <p:cNvSpPr/>
          <p:nvPr/>
        </p:nvSpPr>
        <p:spPr>
          <a:xfrm>
            <a:off x="297648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13:57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4"/>
          <p:cNvSpPr/>
          <p:nvPr/>
        </p:nvSpPr>
        <p:spPr>
          <a:xfrm>
            <a:off x="416952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5"/>
          <p:cNvSpPr/>
          <p:nvPr/>
        </p:nvSpPr>
        <p:spPr>
          <a:xfrm>
            <a:off x="395928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13:59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6"/>
          <p:cNvSpPr/>
          <p:nvPr/>
        </p:nvSpPr>
        <p:spPr>
          <a:xfrm>
            <a:off x="515232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7"/>
          <p:cNvSpPr/>
          <p:nvPr/>
        </p:nvSpPr>
        <p:spPr>
          <a:xfrm>
            <a:off x="494244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14:01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8"/>
          <p:cNvSpPr/>
          <p:nvPr/>
        </p:nvSpPr>
        <p:spPr>
          <a:xfrm>
            <a:off x="613548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9"/>
          <p:cNvSpPr/>
          <p:nvPr/>
        </p:nvSpPr>
        <p:spPr>
          <a:xfrm>
            <a:off x="592524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14:03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0"/>
          <p:cNvSpPr/>
          <p:nvPr/>
        </p:nvSpPr>
        <p:spPr>
          <a:xfrm>
            <a:off x="711828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1"/>
          <p:cNvSpPr/>
          <p:nvPr/>
        </p:nvSpPr>
        <p:spPr>
          <a:xfrm>
            <a:off x="690840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14:05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2"/>
          <p:cNvSpPr/>
          <p:nvPr/>
        </p:nvSpPr>
        <p:spPr>
          <a:xfrm>
            <a:off x="810144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3"/>
          <p:cNvSpPr/>
          <p:nvPr/>
        </p:nvSpPr>
        <p:spPr>
          <a:xfrm>
            <a:off x="789120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14:07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4"/>
          <p:cNvSpPr/>
          <p:nvPr/>
        </p:nvSpPr>
        <p:spPr>
          <a:xfrm>
            <a:off x="1398960" y="3749040"/>
            <a:ext cx="6693480" cy="360"/>
          </a:xfrm>
          <a:prstGeom prst="line">
            <a:avLst/>
          </a:prstGeom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5"/>
          <p:cNvSpPr/>
          <p:nvPr/>
        </p:nvSpPr>
        <p:spPr>
          <a:xfrm>
            <a:off x="1408320" y="364860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SYSTEM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6"/>
          <p:cNvSpPr/>
          <p:nvPr/>
        </p:nvSpPr>
        <p:spPr>
          <a:xfrm>
            <a:off x="249876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47"/>
          <p:cNvSpPr/>
          <p:nvPr/>
        </p:nvSpPr>
        <p:spPr>
          <a:xfrm>
            <a:off x="302940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8"/>
          <p:cNvSpPr/>
          <p:nvPr/>
        </p:nvSpPr>
        <p:spPr>
          <a:xfrm>
            <a:off x="397296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49"/>
          <p:cNvSpPr/>
          <p:nvPr/>
        </p:nvSpPr>
        <p:spPr>
          <a:xfrm>
            <a:off x="468072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0"/>
          <p:cNvSpPr/>
          <p:nvPr/>
        </p:nvSpPr>
        <p:spPr>
          <a:xfrm>
            <a:off x="5211720" y="3708000"/>
            <a:ext cx="104040" cy="10404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0" rIns="90000" bIns="288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51"/>
          <p:cNvSpPr/>
          <p:nvPr/>
        </p:nvSpPr>
        <p:spPr>
          <a:xfrm>
            <a:off x="609624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2"/>
          <p:cNvSpPr/>
          <p:nvPr/>
        </p:nvSpPr>
        <p:spPr>
          <a:xfrm>
            <a:off x="686304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53"/>
          <p:cNvSpPr/>
          <p:nvPr/>
        </p:nvSpPr>
        <p:spPr>
          <a:xfrm>
            <a:off x="757080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54"/>
          <p:cNvSpPr/>
          <p:nvPr/>
        </p:nvSpPr>
        <p:spPr>
          <a:xfrm>
            <a:off x="1398960" y="4215240"/>
            <a:ext cx="6693480" cy="360"/>
          </a:xfrm>
          <a:prstGeom prst="line">
            <a:avLst/>
          </a:prstGeom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55"/>
          <p:cNvSpPr/>
          <p:nvPr/>
        </p:nvSpPr>
        <p:spPr>
          <a:xfrm>
            <a:off x="1408320" y="411480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BUS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56"/>
          <p:cNvSpPr/>
          <p:nvPr/>
        </p:nvSpPr>
        <p:spPr>
          <a:xfrm>
            <a:off x="273456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57"/>
          <p:cNvSpPr/>
          <p:nvPr/>
        </p:nvSpPr>
        <p:spPr>
          <a:xfrm>
            <a:off x="356004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8"/>
          <p:cNvSpPr/>
          <p:nvPr/>
        </p:nvSpPr>
        <p:spPr>
          <a:xfrm>
            <a:off x="450396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59"/>
          <p:cNvSpPr/>
          <p:nvPr/>
        </p:nvSpPr>
        <p:spPr>
          <a:xfrm>
            <a:off x="556560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60"/>
          <p:cNvSpPr/>
          <p:nvPr/>
        </p:nvSpPr>
        <p:spPr>
          <a:xfrm>
            <a:off x="5860440" y="4174200"/>
            <a:ext cx="104040" cy="10404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0" rIns="90000" bIns="288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1"/>
          <p:cNvSpPr/>
          <p:nvPr/>
        </p:nvSpPr>
        <p:spPr>
          <a:xfrm>
            <a:off x="698112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62"/>
          <p:cNvSpPr/>
          <p:nvPr/>
        </p:nvSpPr>
        <p:spPr>
          <a:xfrm>
            <a:off x="774756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63"/>
          <p:cNvSpPr/>
          <p:nvPr/>
        </p:nvSpPr>
        <p:spPr>
          <a:xfrm>
            <a:off x="1398960" y="4681440"/>
            <a:ext cx="6693480" cy="360"/>
          </a:xfrm>
          <a:prstGeom prst="line">
            <a:avLst/>
          </a:prstGeom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4"/>
          <p:cNvSpPr/>
          <p:nvPr/>
        </p:nvSpPr>
        <p:spPr>
          <a:xfrm>
            <a:off x="1408320" y="458100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DIARY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65"/>
          <p:cNvSpPr/>
          <p:nvPr/>
        </p:nvSpPr>
        <p:spPr>
          <a:xfrm>
            <a:off x="2970360" y="4640760"/>
            <a:ext cx="65520" cy="6552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66"/>
          <p:cNvSpPr/>
          <p:nvPr/>
        </p:nvSpPr>
        <p:spPr>
          <a:xfrm>
            <a:off x="4326840" y="4640760"/>
            <a:ext cx="65520" cy="6552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67"/>
          <p:cNvSpPr/>
          <p:nvPr/>
        </p:nvSpPr>
        <p:spPr>
          <a:xfrm>
            <a:off x="6450120" y="4640760"/>
            <a:ext cx="65520" cy="6552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68"/>
          <p:cNvSpPr/>
          <p:nvPr/>
        </p:nvSpPr>
        <p:spPr>
          <a:xfrm>
            <a:off x="4857840" y="3383280"/>
            <a:ext cx="1002240" cy="1398600"/>
          </a:xfrm>
          <a:prstGeom prst="roundRect">
            <a:avLst>
              <a:gd name="adj" fmla="val 16667"/>
            </a:avLst>
          </a:prstGeom>
          <a:solidFill>
            <a:srgbClr val="174D58">
              <a:alpha val="44000"/>
            </a:srgbClr>
          </a:solidFill>
          <a:ln w="126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69"/>
          <p:cNvSpPr/>
          <p:nvPr/>
        </p:nvSpPr>
        <p:spPr>
          <a:xfrm>
            <a:off x="1261800" y="5065920"/>
            <a:ext cx="6976440" cy="90504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0"/>
          <p:cNvSpPr/>
          <p:nvPr/>
        </p:nvSpPr>
        <p:spPr>
          <a:xfrm>
            <a:off x="1435680" y="5193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EVENT DETAILS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71"/>
          <p:cNvSpPr/>
          <p:nvPr/>
        </p:nvSpPr>
        <p:spPr>
          <a:xfrm>
            <a:off x="1444680" y="54954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14:03:01.274  ·  DetectionCheck  ·  WARN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2"/>
          <p:cNvSpPr/>
          <p:nvPr/>
        </p:nvSpPr>
        <p:spPr>
          <a:xfrm>
            <a:off x="1444680" y="5769720"/>
            <a:ext cx="53946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Source: system/radar    ·    Correlation ID: TRK-047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73"/>
          <p:cNvSpPr/>
          <p:nvPr/>
        </p:nvSpPr>
        <p:spPr>
          <a:xfrm>
            <a:off x="8494920" y="1993320"/>
            <a:ext cx="3154320" cy="4141800"/>
          </a:xfrm>
          <a:prstGeom prst="rect">
            <a:avLst/>
          </a:prstGeom>
          <a:solidFill>
            <a:srgbClr val="101F32"/>
          </a:solidFill>
          <a:ln w="12600">
            <a:solidFill>
              <a:srgbClr val="101F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4"/>
          <p:cNvSpPr/>
          <p:nvPr/>
        </p:nvSpPr>
        <p:spPr>
          <a:xfrm>
            <a:off x="8494560" y="1993320"/>
            <a:ext cx="360" cy="4142160"/>
          </a:xfrm>
          <a:prstGeom prst="line">
            <a:avLst/>
          </a:prstGeom>
          <a:ln w="126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75"/>
          <p:cNvSpPr/>
          <p:nvPr/>
        </p:nvSpPr>
        <p:spPr>
          <a:xfrm>
            <a:off x="8695800" y="2185560"/>
            <a:ext cx="237240" cy="237240"/>
          </a:xfrm>
          <a:prstGeom prst="ellipse">
            <a:avLst/>
          </a:prstGeom>
          <a:solidFill>
            <a:srgbClr val="174D58"/>
          </a:solidFill>
          <a:ln w="90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6"/>
          <p:cNvSpPr/>
          <p:nvPr/>
        </p:nvSpPr>
        <p:spPr>
          <a:xfrm>
            <a:off x="8759880" y="2244960"/>
            <a:ext cx="9108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✦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7"/>
          <p:cNvSpPr/>
          <p:nvPr/>
        </p:nvSpPr>
        <p:spPr>
          <a:xfrm>
            <a:off x="9034200" y="219456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TRACE Agent</a:t>
            </a:r>
            <a:endParaRPr lang="en-US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78"/>
          <p:cNvSpPr/>
          <p:nvPr/>
        </p:nvSpPr>
        <p:spPr>
          <a:xfrm>
            <a:off x="9034200" y="2432160"/>
            <a:ext cx="19198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Investigation assistant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79"/>
          <p:cNvSpPr/>
          <p:nvPr/>
        </p:nvSpPr>
        <p:spPr>
          <a:xfrm>
            <a:off x="8494560" y="2724840"/>
            <a:ext cx="3154680" cy="360"/>
          </a:xfrm>
          <a:prstGeom prst="line">
            <a:avLst/>
          </a:prstGeom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80"/>
          <p:cNvSpPr/>
          <p:nvPr/>
        </p:nvSpPr>
        <p:spPr>
          <a:xfrm>
            <a:off x="8732520" y="2953440"/>
            <a:ext cx="2651400" cy="603000"/>
          </a:xfrm>
          <a:prstGeom prst="roundRect">
            <a:avLst>
              <a:gd name="adj" fmla="val 16667"/>
            </a:avLst>
          </a:prstGeom>
          <a:solidFill>
            <a:srgbClr val="243B51"/>
          </a:solidFill>
          <a:ln w="12600">
            <a:solidFill>
              <a:srgbClr val="243B5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81"/>
          <p:cNvSpPr/>
          <p:nvPr/>
        </p:nvSpPr>
        <p:spPr>
          <a:xfrm>
            <a:off x="8897040" y="307224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Why was the target not detected?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82"/>
          <p:cNvSpPr/>
          <p:nvPr/>
        </p:nvSpPr>
        <p:spPr>
          <a:xfrm>
            <a:off x="8732520" y="376740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Investigation complete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3"/>
          <p:cNvSpPr/>
          <p:nvPr/>
        </p:nvSpPr>
        <p:spPr>
          <a:xfrm>
            <a:off x="8741520" y="4114800"/>
            <a:ext cx="262404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Correlated anomalies found near 14:03. Review the source evidence.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84"/>
          <p:cNvSpPr/>
          <p:nvPr/>
        </p:nvSpPr>
        <p:spPr>
          <a:xfrm>
            <a:off x="8732520" y="4754880"/>
            <a:ext cx="2642400" cy="347040"/>
          </a:xfrm>
          <a:prstGeom prst="roundRect">
            <a:avLst>
              <a:gd name="adj" fmla="val 16667"/>
            </a:avLst>
          </a:prstGeom>
          <a:solidFill>
            <a:srgbClr val="174D58"/>
          </a:solidFill>
          <a:ln w="756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5"/>
          <p:cNvSpPr/>
          <p:nvPr/>
        </p:nvSpPr>
        <p:spPr>
          <a:xfrm>
            <a:off x="8860680" y="482364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C6FFFA"/>
                </a:solidFill>
                <a:effectLst/>
                <a:uFillTx/>
                <a:latin typeface="Inter"/>
                <a:ea typeface="Inter"/>
              </a:rPr>
              <a:t>EVIDENCE  ·  4 linked events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86"/>
          <p:cNvSpPr/>
          <p:nvPr/>
        </p:nvSpPr>
        <p:spPr>
          <a:xfrm>
            <a:off x="8732520" y="5641920"/>
            <a:ext cx="2669760" cy="328680"/>
          </a:xfrm>
          <a:prstGeom prst="roundRect">
            <a:avLst>
              <a:gd name="adj" fmla="val 16667"/>
            </a:avLst>
          </a:prstGeom>
          <a:solidFill>
            <a:srgbClr val="0B1626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87"/>
          <p:cNvSpPr/>
          <p:nvPr/>
        </p:nvSpPr>
        <p:spPr>
          <a:xfrm>
            <a:off x="8897040" y="5706000"/>
            <a:ext cx="2331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Ask a follow-up...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88"/>
          <p:cNvSpPr/>
          <p:nvPr/>
        </p:nvSpPr>
        <p:spPr>
          <a:xfrm>
            <a:off x="1115640" y="6226920"/>
            <a:ext cx="2815920" cy="209880"/>
          </a:xfrm>
          <a:prstGeom prst="roundRect">
            <a:avLst>
              <a:gd name="adj" fmla="val 16667"/>
            </a:avLst>
          </a:prstGeom>
          <a:solidFill>
            <a:srgbClr val="174D58"/>
          </a:solidFill>
          <a:ln w="648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89"/>
          <p:cNvSpPr/>
          <p:nvPr/>
        </p:nvSpPr>
        <p:spPr>
          <a:xfrm>
            <a:off x="1216080" y="6270840"/>
            <a:ext cx="2587320" cy="10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D2FBF8"/>
                </a:solidFill>
                <a:effectLst/>
                <a:uFillTx/>
                <a:latin typeface="Inter"/>
                <a:ea typeface="Inter"/>
              </a:rPr>
              <a:t>01  TIMELINE + ANOMALIES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90"/>
          <p:cNvSpPr/>
          <p:nvPr/>
        </p:nvSpPr>
        <p:spPr>
          <a:xfrm>
            <a:off x="4572000" y="6226920"/>
            <a:ext cx="2413800" cy="20988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91"/>
          <p:cNvSpPr/>
          <p:nvPr/>
        </p:nvSpPr>
        <p:spPr>
          <a:xfrm>
            <a:off x="4690800" y="6270840"/>
            <a:ext cx="2148480" cy="10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02  EVENT DRILLDOWN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92"/>
          <p:cNvSpPr/>
          <p:nvPr/>
        </p:nvSpPr>
        <p:spPr>
          <a:xfrm>
            <a:off x="8412480" y="6226920"/>
            <a:ext cx="2322360" cy="20988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93"/>
          <p:cNvSpPr/>
          <p:nvPr/>
        </p:nvSpPr>
        <p:spPr>
          <a:xfrm>
            <a:off x="8522280" y="6270840"/>
            <a:ext cx="2066040" cy="10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03  AGENTIC CHAT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94"/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95"/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97"/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FB50A8-5482-EFBA-A2C0-30023FE4B79C}"/>
              </a:ext>
            </a:extLst>
          </p:cNvPr>
          <p:cNvSpPr/>
          <p:nvPr/>
        </p:nvSpPr>
        <p:spPr>
          <a:xfrm>
            <a:off x="1111410" y="2939400"/>
            <a:ext cx="7268580" cy="217674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2" name="Text 4"/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D3123-9554-DDBC-F135-12114E1AF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1">
            <a:extLst>
              <a:ext uri="{FF2B5EF4-FFF2-40B4-BE49-F238E27FC236}">
                <a16:creationId xmlns:a16="http://schemas.microsoft.com/office/drawing/2014/main" id="{B8DF8DB2-618E-C9AD-2218-41E7EBBC1BCA}"/>
              </a:ext>
            </a:extLst>
          </p:cNvPr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03 / THE WORKSPACE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">
            <a:extLst>
              <a:ext uri="{FF2B5EF4-FFF2-40B4-BE49-F238E27FC236}">
                <a16:creationId xmlns:a16="http://schemas.microsoft.com/office/drawing/2014/main" id="{6652079B-0E63-24C5-3C9F-89805F47B131}"/>
              </a:ext>
            </a:extLst>
          </p:cNvPr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Everything an investigator needs.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">
            <a:extLst>
              <a:ext uri="{FF2B5EF4-FFF2-40B4-BE49-F238E27FC236}">
                <a16:creationId xmlns:a16="http://schemas.microsoft.com/office/drawing/2014/main" id="{840D0694-4404-9D4E-65DA-45FD6BB55676}"/>
              </a:ext>
            </a:extLst>
          </p:cNvPr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A time-aligned investigation surface — not just a chat window.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>
            <a:extLst>
              <a:ext uri="{FF2B5EF4-FFF2-40B4-BE49-F238E27FC236}">
                <a16:creationId xmlns:a16="http://schemas.microsoft.com/office/drawing/2014/main" id="{5D9A8356-D5A3-780A-CFA2-522C6BB35BD4}"/>
              </a:ext>
            </a:extLst>
          </p:cNvPr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">
            <a:extLst>
              <a:ext uri="{FF2B5EF4-FFF2-40B4-BE49-F238E27FC236}">
                <a16:creationId xmlns:a16="http://schemas.microsoft.com/office/drawing/2014/main" id="{BD663174-863F-6B89-3347-236A15C33424}"/>
              </a:ext>
            </a:extLst>
          </p:cNvPr>
          <p:cNvSpPr/>
          <p:nvPr/>
        </p:nvSpPr>
        <p:spPr>
          <a:xfrm>
            <a:off x="521280" y="1581840"/>
            <a:ext cx="11127960" cy="455328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152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6">
            <a:extLst>
              <a:ext uri="{FF2B5EF4-FFF2-40B4-BE49-F238E27FC236}">
                <a16:creationId xmlns:a16="http://schemas.microsoft.com/office/drawing/2014/main" id="{BA2434AA-0ACE-45D4-F967-2C7C7642DFE5}"/>
              </a:ext>
            </a:extLst>
          </p:cNvPr>
          <p:cNvSpPr/>
          <p:nvPr/>
        </p:nvSpPr>
        <p:spPr>
          <a:xfrm>
            <a:off x="521280" y="1581840"/>
            <a:ext cx="11127960" cy="411120"/>
          </a:xfrm>
          <a:prstGeom prst="rect">
            <a:avLst/>
          </a:prstGeom>
          <a:solidFill>
            <a:srgbClr val="12243A"/>
          </a:solidFill>
          <a:ln w="12600">
            <a:solidFill>
              <a:srgbClr val="12243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7">
            <a:extLst>
              <a:ext uri="{FF2B5EF4-FFF2-40B4-BE49-F238E27FC236}">
                <a16:creationId xmlns:a16="http://schemas.microsoft.com/office/drawing/2014/main" id="{2176FCC5-CF74-028B-B7D6-FDC51F87A0C8}"/>
              </a:ext>
            </a:extLst>
          </p:cNvPr>
          <p:cNvSpPr/>
          <p:nvPr/>
        </p:nvSpPr>
        <p:spPr>
          <a:xfrm>
            <a:off x="694800" y="1746360"/>
            <a:ext cx="68400" cy="6840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60" rIns="90000" bIns="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8">
            <a:extLst>
              <a:ext uri="{FF2B5EF4-FFF2-40B4-BE49-F238E27FC236}">
                <a16:creationId xmlns:a16="http://schemas.microsoft.com/office/drawing/2014/main" id="{90B5D307-9640-BF2F-6DF0-1172F91643E0}"/>
              </a:ext>
            </a:extLst>
          </p:cNvPr>
          <p:cNvSpPr/>
          <p:nvPr/>
        </p:nvSpPr>
        <p:spPr>
          <a:xfrm>
            <a:off x="831960" y="1746360"/>
            <a:ext cx="68400" cy="6840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60" rIns="90000" bIns="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9">
            <a:extLst>
              <a:ext uri="{FF2B5EF4-FFF2-40B4-BE49-F238E27FC236}">
                <a16:creationId xmlns:a16="http://schemas.microsoft.com/office/drawing/2014/main" id="{1889481E-F87B-65FF-C0C9-60A85F154006}"/>
              </a:ext>
            </a:extLst>
          </p:cNvPr>
          <p:cNvSpPr/>
          <p:nvPr/>
        </p:nvSpPr>
        <p:spPr>
          <a:xfrm>
            <a:off x="969120" y="1746360"/>
            <a:ext cx="68400" cy="6840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60" rIns="90000" bIns="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!!trace_brand">
            <a:extLst>
              <a:ext uri="{FF2B5EF4-FFF2-40B4-BE49-F238E27FC236}">
                <a16:creationId xmlns:a16="http://schemas.microsoft.com/office/drawing/2014/main" id="{9988FA13-C5DF-BDC8-4902-904F58FBA33F}"/>
              </a:ext>
            </a:extLst>
          </p:cNvPr>
          <p:cNvSpPr/>
          <p:nvPr/>
        </p:nvSpPr>
        <p:spPr>
          <a:xfrm>
            <a:off x="1188720" y="1700640"/>
            <a:ext cx="36572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 spc="51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TRACE  /  INVESTIGATION WORKSPACE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1">
            <a:extLst>
              <a:ext uri="{FF2B5EF4-FFF2-40B4-BE49-F238E27FC236}">
                <a16:creationId xmlns:a16="http://schemas.microsoft.com/office/drawing/2014/main" id="{FE8434F8-AAA0-7C80-0150-8F156EAB9F01}"/>
              </a:ext>
            </a:extLst>
          </p:cNvPr>
          <p:cNvSpPr/>
          <p:nvPr/>
        </p:nvSpPr>
        <p:spPr>
          <a:xfrm>
            <a:off x="8357760" y="1710000"/>
            <a:ext cx="30628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CASE 001  /  MISSED DETECTION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2">
            <a:extLst>
              <a:ext uri="{FF2B5EF4-FFF2-40B4-BE49-F238E27FC236}">
                <a16:creationId xmlns:a16="http://schemas.microsoft.com/office/drawing/2014/main" id="{150816D8-F0D9-8ED9-FB19-41B7A58D5D98}"/>
              </a:ext>
            </a:extLst>
          </p:cNvPr>
          <p:cNvSpPr/>
          <p:nvPr/>
        </p:nvSpPr>
        <p:spPr>
          <a:xfrm>
            <a:off x="521280" y="1993320"/>
            <a:ext cx="502560" cy="4141800"/>
          </a:xfrm>
          <a:prstGeom prst="rect">
            <a:avLst/>
          </a:prstGeom>
          <a:solidFill>
            <a:srgbClr val="0D1A2A"/>
          </a:solidFill>
          <a:ln w="12600">
            <a:solidFill>
              <a:srgbClr val="0D1A2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3">
            <a:extLst>
              <a:ext uri="{FF2B5EF4-FFF2-40B4-BE49-F238E27FC236}">
                <a16:creationId xmlns:a16="http://schemas.microsoft.com/office/drawing/2014/main" id="{F2156F3D-0712-CC35-FE2B-578B6834AAFF}"/>
              </a:ext>
            </a:extLst>
          </p:cNvPr>
          <p:cNvSpPr/>
          <p:nvPr/>
        </p:nvSpPr>
        <p:spPr>
          <a:xfrm>
            <a:off x="658440" y="224928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82B41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4">
            <a:extLst>
              <a:ext uri="{FF2B5EF4-FFF2-40B4-BE49-F238E27FC236}">
                <a16:creationId xmlns:a16="http://schemas.microsoft.com/office/drawing/2014/main" id="{AF6FF53D-5234-F1ED-B933-3AF9C2E4DF3A}"/>
              </a:ext>
            </a:extLst>
          </p:cNvPr>
          <p:cNvSpPr/>
          <p:nvPr/>
        </p:nvSpPr>
        <p:spPr>
          <a:xfrm>
            <a:off x="658440" y="268848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74D58"/>
          </a:solidFill>
          <a:ln w="90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5">
            <a:extLst>
              <a:ext uri="{FF2B5EF4-FFF2-40B4-BE49-F238E27FC236}">
                <a16:creationId xmlns:a16="http://schemas.microsoft.com/office/drawing/2014/main" id="{F46DA096-FB92-E811-F21B-C8F8D62B28A4}"/>
              </a:ext>
            </a:extLst>
          </p:cNvPr>
          <p:cNvSpPr/>
          <p:nvPr/>
        </p:nvSpPr>
        <p:spPr>
          <a:xfrm>
            <a:off x="658440" y="312732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82B41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6">
            <a:extLst>
              <a:ext uri="{FF2B5EF4-FFF2-40B4-BE49-F238E27FC236}">
                <a16:creationId xmlns:a16="http://schemas.microsoft.com/office/drawing/2014/main" id="{3C6860CB-DD20-DA2C-A057-8EA3436CF8B5}"/>
              </a:ext>
            </a:extLst>
          </p:cNvPr>
          <p:cNvSpPr/>
          <p:nvPr/>
        </p:nvSpPr>
        <p:spPr>
          <a:xfrm>
            <a:off x="658440" y="356616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82B41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7">
            <a:extLst>
              <a:ext uri="{FF2B5EF4-FFF2-40B4-BE49-F238E27FC236}">
                <a16:creationId xmlns:a16="http://schemas.microsoft.com/office/drawing/2014/main" id="{2503B92C-0620-C0EE-1657-E69FF01D3F33}"/>
              </a:ext>
            </a:extLst>
          </p:cNvPr>
          <p:cNvSpPr/>
          <p:nvPr/>
        </p:nvSpPr>
        <p:spPr>
          <a:xfrm>
            <a:off x="1024200" y="1993320"/>
            <a:ext cx="7470360" cy="4141800"/>
          </a:xfrm>
          <a:prstGeom prst="rect">
            <a:avLst/>
          </a:prstGeom>
          <a:solidFill>
            <a:srgbClr val="0E1E30"/>
          </a:solidFill>
          <a:ln w="12600">
            <a:solidFill>
              <a:srgbClr val="0E1E3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8">
            <a:extLst>
              <a:ext uri="{FF2B5EF4-FFF2-40B4-BE49-F238E27FC236}">
                <a16:creationId xmlns:a16="http://schemas.microsoft.com/office/drawing/2014/main" id="{DD400A93-C57F-200A-DE00-B38ED708FC23}"/>
              </a:ext>
            </a:extLst>
          </p:cNvPr>
          <p:cNvSpPr/>
          <p:nvPr/>
        </p:nvSpPr>
        <p:spPr>
          <a:xfrm>
            <a:off x="1243440" y="21578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Unified event timeline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9">
            <a:extLst>
              <a:ext uri="{FF2B5EF4-FFF2-40B4-BE49-F238E27FC236}">
                <a16:creationId xmlns:a16="http://schemas.microsoft.com/office/drawing/2014/main" id="{955D46CC-088F-9BD7-6297-123E24CF81C7}"/>
              </a:ext>
            </a:extLst>
          </p:cNvPr>
          <p:cNvSpPr/>
          <p:nvPr/>
        </p:nvSpPr>
        <p:spPr>
          <a:xfrm>
            <a:off x="1243440" y="2560320"/>
            <a:ext cx="1161000" cy="27396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0">
            <a:extLst>
              <a:ext uri="{FF2B5EF4-FFF2-40B4-BE49-F238E27FC236}">
                <a16:creationId xmlns:a16="http://schemas.microsoft.com/office/drawing/2014/main" id="{1997E0C8-3815-8A9C-3381-072F289A6B16}"/>
              </a:ext>
            </a:extLst>
          </p:cNvPr>
          <p:cNvSpPr/>
          <p:nvPr/>
        </p:nvSpPr>
        <p:spPr>
          <a:xfrm>
            <a:off x="1353240" y="2665440"/>
            <a:ext cx="54360" cy="5436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1">
            <a:extLst>
              <a:ext uri="{FF2B5EF4-FFF2-40B4-BE49-F238E27FC236}">
                <a16:creationId xmlns:a16="http://schemas.microsoft.com/office/drawing/2014/main" id="{6684007A-7690-55F8-ACDE-47513D43F901}"/>
              </a:ext>
            </a:extLst>
          </p:cNvPr>
          <p:cNvSpPr/>
          <p:nvPr/>
        </p:nvSpPr>
        <p:spPr>
          <a:xfrm>
            <a:off x="1481400" y="2623320"/>
            <a:ext cx="868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SYSTEMS  03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2">
            <a:extLst>
              <a:ext uri="{FF2B5EF4-FFF2-40B4-BE49-F238E27FC236}">
                <a16:creationId xmlns:a16="http://schemas.microsoft.com/office/drawing/2014/main" id="{B9F0D8AA-76CA-1C6C-D359-40A9402A810F}"/>
              </a:ext>
            </a:extLst>
          </p:cNvPr>
          <p:cNvSpPr/>
          <p:nvPr/>
        </p:nvSpPr>
        <p:spPr>
          <a:xfrm>
            <a:off x="2514600" y="2560320"/>
            <a:ext cx="1389600" cy="27396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3">
            <a:extLst>
              <a:ext uri="{FF2B5EF4-FFF2-40B4-BE49-F238E27FC236}">
                <a16:creationId xmlns:a16="http://schemas.microsoft.com/office/drawing/2014/main" id="{3F3030D3-E3F4-6BB7-1DDA-CBCF75F3940F}"/>
              </a:ext>
            </a:extLst>
          </p:cNvPr>
          <p:cNvSpPr/>
          <p:nvPr/>
        </p:nvSpPr>
        <p:spPr>
          <a:xfrm>
            <a:off x="2624400" y="2665440"/>
            <a:ext cx="54360" cy="5436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4">
            <a:extLst>
              <a:ext uri="{FF2B5EF4-FFF2-40B4-BE49-F238E27FC236}">
                <a16:creationId xmlns:a16="http://schemas.microsoft.com/office/drawing/2014/main" id="{B5F72818-D3A1-7E4F-44FF-F8FC6AF81FFF}"/>
              </a:ext>
            </a:extLst>
          </p:cNvPr>
          <p:cNvSpPr/>
          <p:nvPr/>
        </p:nvSpPr>
        <p:spPr>
          <a:xfrm>
            <a:off x="2752200" y="2623320"/>
            <a:ext cx="1096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EVENTS  18,427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5">
            <a:extLst>
              <a:ext uri="{FF2B5EF4-FFF2-40B4-BE49-F238E27FC236}">
                <a16:creationId xmlns:a16="http://schemas.microsoft.com/office/drawing/2014/main" id="{6C2B75E2-C218-DEB3-9CBE-AC43AC6DB93B}"/>
              </a:ext>
            </a:extLst>
          </p:cNvPr>
          <p:cNvSpPr/>
          <p:nvPr/>
        </p:nvSpPr>
        <p:spPr>
          <a:xfrm>
            <a:off x="4023360" y="2560320"/>
            <a:ext cx="1490040" cy="27396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6">
            <a:extLst>
              <a:ext uri="{FF2B5EF4-FFF2-40B4-BE49-F238E27FC236}">
                <a16:creationId xmlns:a16="http://schemas.microsoft.com/office/drawing/2014/main" id="{199A2424-B9A9-D1E7-8CCB-8157B6E6F506}"/>
              </a:ext>
            </a:extLst>
          </p:cNvPr>
          <p:cNvSpPr/>
          <p:nvPr/>
        </p:nvSpPr>
        <p:spPr>
          <a:xfrm>
            <a:off x="4133160" y="2665440"/>
            <a:ext cx="54360" cy="5436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7">
            <a:extLst>
              <a:ext uri="{FF2B5EF4-FFF2-40B4-BE49-F238E27FC236}">
                <a16:creationId xmlns:a16="http://schemas.microsoft.com/office/drawing/2014/main" id="{37B73002-0EB6-377F-FBF4-E2CE1FF2538F}"/>
              </a:ext>
            </a:extLst>
          </p:cNvPr>
          <p:cNvSpPr/>
          <p:nvPr/>
        </p:nvSpPr>
        <p:spPr>
          <a:xfrm>
            <a:off x="4260960" y="2623320"/>
            <a:ext cx="1197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ANOMALIES  07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8">
            <a:extLst>
              <a:ext uri="{FF2B5EF4-FFF2-40B4-BE49-F238E27FC236}">
                <a16:creationId xmlns:a16="http://schemas.microsoft.com/office/drawing/2014/main" id="{55E55942-00BE-C8CC-61EF-B3C6D92B0DF4}"/>
              </a:ext>
            </a:extLst>
          </p:cNvPr>
          <p:cNvSpPr/>
          <p:nvPr/>
        </p:nvSpPr>
        <p:spPr>
          <a:xfrm>
            <a:off x="5934600" y="2587680"/>
            <a:ext cx="23587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13:55:00    —    14:10:00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9">
            <a:extLst>
              <a:ext uri="{FF2B5EF4-FFF2-40B4-BE49-F238E27FC236}">
                <a16:creationId xmlns:a16="http://schemas.microsoft.com/office/drawing/2014/main" id="{CA308EA4-8EAA-9E3C-5E79-E470084C86DF}"/>
              </a:ext>
            </a:extLst>
          </p:cNvPr>
          <p:cNvSpPr/>
          <p:nvPr/>
        </p:nvSpPr>
        <p:spPr>
          <a:xfrm>
            <a:off x="1261800" y="3099960"/>
            <a:ext cx="6976440" cy="1846800"/>
          </a:xfrm>
          <a:prstGeom prst="roundRect">
            <a:avLst>
              <a:gd name="adj" fmla="val 16667"/>
            </a:avLst>
          </a:prstGeom>
          <a:solidFill>
            <a:srgbClr val="0B1929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0">
            <a:extLst>
              <a:ext uri="{FF2B5EF4-FFF2-40B4-BE49-F238E27FC236}">
                <a16:creationId xmlns:a16="http://schemas.microsoft.com/office/drawing/2014/main" id="{86A11035-1893-78A5-8F82-855547A46011}"/>
              </a:ext>
            </a:extLst>
          </p:cNvPr>
          <p:cNvSpPr/>
          <p:nvPr/>
        </p:nvSpPr>
        <p:spPr>
          <a:xfrm>
            <a:off x="220356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1">
            <a:extLst>
              <a:ext uri="{FF2B5EF4-FFF2-40B4-BE49-F238E27FC236}">
                <a16:creationId xmlns:a16="http://schemas.microsoft.com/office/drawing/2014/main" id="{0420E2E7-72ED-B564-85FD-548933D8217C}"/>
              </a:ext>
            </a:extLst>
          </p:cNvPr>
          <p:cNvSpPr/>
          <p:nvPr/>
        </p:nvSpPr>
        <p:spPr>
          <a:xfrm>
            <a:off x="199332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13:55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2">
            <a:extLst>
              <a:ext uri="{FF2B5EF4-FFF2-40B4-BE49-F238E27FC236}">
                <a16:creationId xmlns:a16="http://schemas.microsoft.com/office/drawing/2014/main" id="{E5AA3884-B71D-49BF-864E-0A5259C94575}"/>
              </a:ext>
            </a:extLst>
          </p:cNvPr>
          <p:cNvSpPr/>
          <p:nvPr/>
        </p:nvSpPr>
        <p:spPr>
          <a:xfrm>
            <a:off x="318636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3">
            <a:extLst>
              <a:ext uri="{FF2B5EF4-FFF2-40B4-BE49-F238E27FC236}">
                <a16:creationId xmlns:a16="http://schemas.microsoft.com/office/drawing/2014/main" id="{58384EC8-7E5D-82D9-9B63-2A9BBEBC32FC}"/>
              </a:ext>
            </a:extLst>
          </p:cNvPr>
          <p:cNvSpPr/>
          <p:nvPr/>
        </p:nvSpPr>
        <p:spPr>
          <a:xfrm>
            <a:off x="297648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13:57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4">
            <a:extLst>
              <a:ext uri="{FF2B5EF4-FFF2-40B4-BE49-F238E27FC236}">
                <a16:creationId xmlns:a16="http://schemas.microsoft.com/office/drawing/2014/main" id="{98C1FCEF-68D2-27B7-4C55-22D9C94C31C8}"/>
              </a:ext>
            </a:extLst>
          </p:cNvPr>
          <p:cNvSpPr/>
          <p:nvPr/>
        </p:nvSpPr>
        <p:spPr>
          <a:xfrm>
            <a:off x="416952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5">
            <a:extLst>
              <a:ext uri="{FF2B5EF4-FFF2-40B4-BE49-F238E27FC236}">
                <a16:creationId xmlns:a16="http://schemas.microsoft.com/office/drawing/2014/main" id="{61703118-4E05-9773-D0E8-089564220A54}"/>
              </a:ext>
            </a:extLst>
          </p:cNvPr>
          <p:cNvSpPr/>
          <p:nvPr/>
        </p:nvSpPr>
        <p:spPr>
          <a:xfrm>
            <a:off x="395928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13:59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6">
            <a:extLst>
              <a:ext uri="{FF2B5EF4-FFF2-40B4-BE49-F238E27FC236}">
                <a16:creationId xmlns:a16="http://schemas.microsoft.com/office/drawing/2014/main" id="{A67EB954-C580-3691-1914-71CBD9D43D0D}"/>
              </a:ext>
            </a:extLst>
          </p:cNvPr>
          <p:cNvSpPr/>
          <p:nvPr/>
        </p:nvSpPr>
        <p:spPr>
          <a:xfrm>
            <a:off x="515232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7">
            <a:extLst>
              <a:ext uri="{FF2B5EF4-FFF2-40B4-BE49-F238E27FC236}">
                <a16:creationId xmlns:a16="http://schemas.microsoft.com/office/drawing/2014/main" id="{D7FA2F55-0B13-6E95-CE8D-1EB894EF68B1}"/>
              </a:ext>
            </a:extLst>
          </p:cNvPr>
          <p:cNvSpPr/>
          <p:nvPr/>
        </p:nvSpPr>
        <p:spPr>
          <a:xfrm>
            <a:off x="494244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14:01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8">
            <a:extLst>
              <a:ext uri="{FF2B5EF4-FFF2-40B4-BE49-F238E27FC236}">
                <a16:creationId xmlns:a16="http://schemas.microsoft.com/office/drawing/2014/main" id="{11D96B6B-6892-38D4-2557-020C31FAA587}"/>
              </a:ext>
            </a:extLst>
          </p:cNvPr>
          <p:cNvSpPr/>
          <p:nvPr/>
        </p:nvSpPr>
        <p:spPr>
          <a:xfrm>
            <a:off x="613548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9">
            <a:extLst>
              <a:ext uri="{FF2B5EF4-FFF2-40B4-BE49-F238E27FC236}">
                <a16:creationId xmlns:a16="http://schemas.microsoft.com/office/drawing/2014/main" id="{9F5903EE-EFB0-92FA-5D65-B5384792D656}"/>
              </a:ext>
            </a:extLst>
          </p:cNvPr>
          <p:cNvSpPr/>
          <p:nvPr/>
        </p:nvSpPr>
        <p:spPr>
          <a:xfrm>
            <a:off x="592524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14:03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0">
            <a:extLst>
              <a:ext uri="{FF2B5EF4-FFF2-40B4-BE49-F238E27FC236}">
                <a16:creationId xmlns:a16="http://schemas.microsoft.com/office/drawing/2014/main" id="{BED1AE4A-F9C2-2CE8-143C-74263465E9EE}"/>
              </a:ext>
            </a:extLst>
          </p:cNvPr>
          <p:cNvSpPr/>
          <p:nvPr/>
        </p:nvSpPr>
        <p:spPr>
          <a:xfrm>
            <a:off x="711828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1">
            <a:extLst>
              <a:ext uri="{FF2B5EF4-FFF2-40B4-BE49-F238E27FC236}">
                <a16:creationId xmlns:a16="http://schemas.microsoft.com/office/drawing/2014/main" id="{D8D5917A-DF3E-29A5-B6CC-D68D9D464305}"/>
              </a:ext>
            </a:extLst>
          </p:cNvPr>
          <p:cNvSpPr/>
          <p:nvPr/>
        </p:nvSpPr>
        <p:spPr>
          <a:xfrm>
            <a:off x="690840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14:05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2">
            <a:extLst>
              <a:ext uri="{FF2B5EF4-FFF2-40B4-BE49-F238E27FC236}">
                <a16:creationId xmlns:a16="http://schemas.microsoft.com/office/drawing/2014/main" id="{ECD09DB9-CFB4-F409-0889-76551979CD18}"/>
              </a:ext>
            </a:extLst>
          </p:cNvPr>
          <p:cNvSpPr/>
          <p:nvPr/>
        </p:nvSpPr>
        <p:spPr>
          <a:xfrm>
            <a:off x="810144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3">
            <a:extLst>
              <a:ext uri="{FF2B5EF4-FFF2-40B4-BE49-F238E27FC236}">
                <a16:creationId xmlns:a16="http://schemas.microsoft.com/office/drawing/2014/main" id="{767E7574-7DB8-E55A-28AD-9A0BE381EF6B}"/>
              </a:ext>
            </a:extLst>
          </p:cNvPr>
          <p:cNvSpPr/>
          <p:nvPr/>
        </p:nvSpPr>
        <p:spPr>
          <a:xfrm>
            <a:off x="789120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14:07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4">
            <a:extLst>
              <a:ext uri="{FF2B5EF4-FFF2-40B4-BE49-F238E27FC236}">
                <a16:creationId xmlns:a16="http://schemas.microsoft.com/office/drawing/2014/main" id="{59F13D28-7BBC-F4D3-78B0-94087AF7ED95}"/>
              </a:ext>
            </a:extLst>
          </p:cNvPr>
          <p:cNvSpPr/>
          <p:nvPr/>
        </p:nvSpPr>
        <p:spPr>
          <a:xfrm>
            <a:off x="1398960" y="3749040"/>
            <a:ext cx="6693480" cy="360"/>
          </a:xfrm>
          <a:prstGeom prst="line">
            <a:avLst/>
          </a:prstGeom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5">
            <a:extLst>
              <a:ext uri="{FF2B5EF4-FFF2-40B4-BE49-F238E27FC236}">
                <a16:creationId xmlns:a16="http://schemas.microsoft.com/office/drawing/2014/main" id="{BD081E7D-41B3-6DB2-9C8C-94875B62C0E7}"/>
              </a:ext>
            </a:extLst>
          </p:cNvPr>
          <p:cNvSpPr/>
          <p:nvPr/>
        </p:nvSpPr>
        <p:spPr>
          <a:xfrm>
            <a:off x="1408320" y="364860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SYSTEM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6">
            <a:extLst>
              <a:ext uri="{FF2B5EF4-FFF2-40B4-BE49-F238E27FC236}">
                <a16:creationId xmlns:a16="http://schemas.microsoft.com/office/drawing/2014/main" id="{4796EFE9-6BFC-B98C-7232-278EEF41D349}"/>
              </a:ext>
            </a:extLst>
          </p:cNvPr>
          <p:cNvSpPr/>
          <p:nvPr/>
        </p:nvSpPr>
        <p:spPr>
          <a:xfrm>
            <a:off x="249876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47">
            <a:extLst>
              <a:ext uri="{FF2B5EF4-FFF2-40B4-BE49-F238E27FC236}">
                <a16:creationId xmlns:a16="http://schemas.microsoft.com/office/drawing/2014/main" id="{ADC8EE5F-7450-A622-8C29-71F13067B257}"/>
              </a:ext>
            </a:extLst>
          </p:cNvPr>
          <p:cNvSpPr/>
          <p:nvPr/>
        </p:nvSpPr>
        <p:spPr>
          <a:xfrm>
            <a:off x="302940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8">
            <a:extLst>
              <a:ext uri="{FF2B5EF4-FFF2-40B4-BE49-F238E27FC236}">
                <a16:creationId xmlns:a16="http://schemas.microsoft.com/office/drawing/2014/main" id="{9A7CDAE0-F378-FC3B-445D-E1855E3B6A70}"/>
              </a:ext>
            </a:extLst>
          </p:cNvPr>
          <p:cNvSpPr/>
          <p:nvPr/>
        </p:nvSpPr>
        <p:spPr>
          <a:xfrm>
            <a:off x="397296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49">
            <a:extLst>
              <a:ext uri="{FF2B5EF4-FFF2-40B4-BE49-F238E27FC236}">
                <a16:creationId xmlns:a16="http://schemas.microsoft.com/office/drawing/2014/main" id="{4B776BB5-E8BB-B114-A1B4-58D42F795853}"/>
              </a:ext>
            </a:extLst>
          </p:cNvPr>
          <p:cNvSpPr/>
          <p:nvPr/>
        </p:nvSpPr>
        <p:spPr>
          <a:xfrm>
            <a:off x="468072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0">
            <a:extLst>
              <a:ext uri="{FF2B5EF4-FFF2-40B4-BE49-F238E27FC236}">
                <a16:creationId xmlns:a16="http://schemas.microsoft.com/office/drawing/2014/main" id="{4EA402C0-E489-3C06-4843-1DC72C5BE2E9}"/>
              </a:ext>
            </a:extLst>
          </p:cNvPr>
          <p:cNvSpPr/>
          <p:nvPr/>
        </p:nvSpPr>
        <p:spPr>
          <a:xfrm>
            <a:off x="5211720" y="3708000"/>
            <a:ext cx="104040" cy="10404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0" rIns="90000" bIns="288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51">
            <a:extLst>
              <a:ext uri="{FF2B5EF4-FFF2-40B4-BE49-F238E27FC236}">
                <a16:creationId xmlns:a16="http://schemas.microsoft.com/office/drawing/2014/main" id="{570A1942-4A11-AF2B-7A3A-D0525D73E796}"/>
              </a:ext>
            </a:extLst>
          </p:cNvPr>
          <p:cNvSpPr/>
          <p:nvPr/>
        </p:nvSpPr>
        <p:spPr>
          <a:xfrm>
            <a:off x="609624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2">
            <a:extLst>
              <a:ext uri="{FF2B5EF4-FFF2-40B4-BE49-F238E27FC236}">
                <a16:creationId xmlns:a16="http://schemas.microsoft.com/office/drawing/2014/main" id="{89F9825A-8DEB-16C3-E385-FF6AFB4FEEF1}"/>
              </a:ext>
            </a:extLst>
          </p:cNvPr>
          <p:cNvSpPr/>
          <p:nvPr/>
        </p:nvSpPr>
        <p:spPr>
          <a:xfrm>
            <a:off x="686304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53">
            <a:extLst>
              <a:ext uri="{FF2B5EF4-FFF2-40B4-BE49-F238E27FC236}">
                <a16:creationId xmlns:a16="http://schemas.microsoft.com/office/drawing/2014/main" id="{6C5C240E-3116-C175-B712-72D6873997BC}"/>
              </a:ext>
            </a:extLst>
          </p:cNvPr>
          <p:cNvSpPr/>
          <p:nvPr/>
        </p:nvSpPr>
        <p:spPr>
          <a:xfrm>
            <a:off x="757080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54">
            <a:extLst>
              <a:ext uri="{FF2B5EF4-FFF2-40B4-BE49-F238E27FC236}">
                <a16:creationId xmlns:a16="http://schemas.microsoft.com/office/drawing/2014/main" id="{36646AF2-95AA-D803-8711-27FDC0056462}"/>
              </a:ext>
            </a:extLst>
          </p:cNvPr>
          <p:cNvSpPr/>
          <p:nvPr/>
        </p:nvSpPr>
        <p:spPr>
          <a:xfrm>
            <a:off x="1398960" y="4215240"/>
            <a:ext cx="6693480" cy="360"/>
          </a:xfrm>
          <a:prstGeom prst="line">
            <a:avLst/>
          </a:prstGeom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55">
            <a:extLst>
              <a:ext uri="{FF2B5EF4-FFF2-40B4-BE49-F238E27FC236}">
                <a16:creationId xmlns:a16="http://schemas.microsoft.com/office/drawing/2014/main" id="{B8B4D49A-4541-9815-51F2-A7785DE5377C}"/>
              </a:ext>
            </a:extLst>
          </p:cNvPr>
          <p:cNvSpPr/>
          <p:nvPr/>
        </p:nvSpPr>
        <p:spPr>
          <a:xfrm>
            <a:off x="1408320" y="411480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BUS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56">
            <a:extLst>
              <a:ext uri="{FF2B5EF4-FFF2-40B4-BE49-F238E27FC236}">
                <a16:creationId xmlns:a16="http://schemas.microsoft.com/office/drawing/2014/main" id="{E0BB0437-43C9-2C2F-80D4-EE7493E43640}"/>
              </a:ext>
            </a:extLst>
          </p:cNvPr>
          <p:cNvSpPr/>
          <p:nvPr/>
        </p:nvSpPr>
        <p:spPr>
          <a:xfrm>
            <a:off x="273456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57">
            <a:extLst>
              <a:ext uri="{FF2B5EF4-FFF2-40B4-BE49-F238E27FC236}">
                <a16:creationId xmlns:a16="http://schemas.microsoft.com/office/drawing/2014/main" id="{4AE1401E-D6AD-06BA-0AD8-C109901A1B6D}"/>
              </a:ext>
            </a:extLst>
          </p:cNvPr>
          <p:cNvSpPr/>
          <p:nvPr/>
        </p:nvSpPr>
        <p:spPr>
          <a:xfrm>
            <a:off x="356004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8">
            <a:extLst>
              <a:ext uri="{FF2B5EF4-FFF2-40B4-BE49-F238E27FC236}">
                <a16:creationId xmlns:a16="http://schemas.microsoft.com/office/drawing/2014/main" id="{8A92E6B0-E0D9-FC7A-A0A8-DFDF84F04405}"/>
              </a:ext>
            </a:extLst>
          </p:cNvPr>
          <p:cNvSpPr/>
          <p:nvPr/>
        </p:nvSpPr>
        <p:spPr>
          <a:xfrm>
            <a:off x="450396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59">
            <a:extLst>
              <a:ext uri="{FF2B5EF4-FFF2-40B4-BE49-F238E27FC236}">
                <a16:creationId xmlns:a16="http://schemas.microsoft.com/office/drawing/2014/main" id="{EFA6731F-F0DA-FDAB-7126-B592C278B986}"/>
              </a:ext>
            </a:extLst>
          </p:cNvPr>
          <p:cNvSpPr/>
          <p:nvPr/>
        </p:nvSpPr>
        <p:spPr>
          <a:xfrm>
            <a:off x="556560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60">
            <a:extLst>
              <a:ext uri="{FF2B5EF4-FFF2-40B4-BE49-F238E27FC236}">
                <a16:creationId xmlns:a16="http://schemas.microsoft.com/office/drawing/2014/main" id="{9A80A606-547F-F9A3-4585-3B004A242B92}"/>
              </a:ext>
            </a:extLst>
          </p:cNvPr>
          <p:cNvSpPr/>
          <p:nvPr/>
        </p:nvSpPr>
        <p:spPr>
          <a:xfrm>
            <a:off x="5860440" y="4174200"/>
            <a:ext cx="104040" cy="10404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0" rIns="90000" bIns="288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1">
            <a:extLst>
              <a:ext uri="{FF2B5EF4-FFF2-40B4-BE49-F238E27FC236}">
                <a16:creationId xmlns:a16="http://schemas.microsoft.com/office/drawing/2014/main" id="{06AB0E74-E0DD-C5D1-F0E9-96AC125DBD32}"/>
              </a:ext>
            </a:extLst>
          </p:cNvPr>
          <p:cNvSpPr/>
          <p:nvPr/>
        </p:nvSpPr>
        <p:spPr>
          <a:xfrm>
            <a:off x="698112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62">
            <a:extLst>
              <a:ext uri="{FF2B5EF4-FFF2-40B4-BE49-F238E27FC236}">
                <a16:creationId xmlns:a16="http://schemas.microsoft.com/office/drawing/2014/main" id="{4AD2490B-B106-1D62-A833-1A1FAD12B036}"/>
              </a:ext>
            </a:extLst>
          </p:cNvPr>
          <p:cNvSpPr/>
          <p:nvPr/>
        </p:nvSpPr>
        <p:spPr>
          <a:xfrm>
            <a:off x="774756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63">
            <a:extLst>
              <a:ext uri="{FF2B5EF4-FFF2-40B4-BE49-F238E27FC236}">
                <a16:creationId xmlns:a16="http://schemas.microsoft.com/office/drawing/2014/main" id="{956A2C06-04FB-10D4-DC2D-6078CEBE67F0}"/>
              </a:ext>
            </a:extLst>
          </p:cNvPr>
          <p:cNvSpPr/>
          <p:nvPr/>
        </p:nvSpPr>
        <p:spPr>
          <a:xfrm>
            <a:off x="1398960" y="4681440"/>
            <a:ext cx="6693480" cy="360"/>
          </a:xfrm>
          <a:prstGeom prst="line">
            <a:avLst/>
          </a:prstGeom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4">
            <a:extLst>
              <a:ext uri="{FF2B5EF4-FFF2-40B4-BE49-F238E27FC236}">
                <a16:creationId xmlns:a16="http://schemas.microsoft.com/office/drawing/2014/main" id="{851770FA-187D-3205-380B-07E9408AA333}"/>
              </a:ext>
            </a:extLst>
          </p:cNvPr>
          <p:cNvSpPr/>
          <p:nvPr/>
        </p:nvSpPr>
        <p:spPr>
          <a:xfrm>
            <a:off x="1408320" y="458100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DIARY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65">
            <a:extLst>
              <a:ext uri="{FF2B5EF4-FFF2-40B4-BE49-F238E27FC236}">
                <a16:creationId xmlns:a16="http://schemas.microsoft.com/office/drawing/2014/main" id="{C6924C89-5EB8-19DF-0BCB-7685AD5DC240}"/>
              </a:ext>
            </a:extLst>
          </p:cNvPr>
          <p:cNvSpPr/>
          <p:nvPr/>
        </p:nvSpPr>
        <p:spPr>
          <a:xfrm>
            <a:off x="2970360" y="4640760"/>
            <a:ext cx="65520" cy="6552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66">
            <a:extLst>
              <a:ext uri="{FF2B5EF4-FFF2-40B4-BE49-F238E27FC236}">
                <a16:creationId xmlns:a16="http://schemas.microsoft.com/office/drawing/2014/main" id="{D5F31492-7E55-DCAB-5805-3D03FA0D1F09}"/>
              </a:ext>
            </a:extLst>
          </p:cNvPr>
          <p:cNvSpPr/>
          <p:nvPr/>
        </p:nvSpPr>
        <p:spPr>
          <a:xfrm>
            <a:off x="4326840" y="4640760"/>
            <a:ext cx="65520" cy="6552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67">
            <a:extLst>
              <a:ext uri="{FF2B5EF4-FFF2-40B4-BE49-F238E27FC236}">
                <a16:creationId xmlns:a16="http://schemas.microsoft.com/office/drawing/2014/main" id="{A25DEF81-C20C-97F9-5A29-0A324693CF9B}"/>
              </a:ext>
            </a:extLst>
          </p:cNvPr>
          <p:cNvSpPr/>
          <p:nvPr/>
        </p:nvSpPr>
        <p:spPr>
          <a:xfrm>
            <a:off x="6450120" y="4640760"/>
            <a:ext cx="65520" cy="6552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68">
            <a:extLst>
              <a:ext uri="{FF2B5EF4-FFF2-40B4-BE49-F238E27FC236}">
                <a16:creationId xmlns:a16="http://schemas.microsoft.com/office/drawing/2014/main" id="{9C8FA733-1130-2EAB-5295-1B32B24BC26C}"/>
              </a:ext>
            </a:extLst>
          </p:cNvPr>
          <p:cNvSpPr/>
          <p:nvPr/>
        </p:nvSpPr>
        <p:spPr>
          <a:xfrm>
            <a:off x="4857840" y="3383280"/>
            <a:ext cx="1002240" cy="1398600"/>
          </a:xfrm>
          <a:prstGeom prst="roundRect">
            <a:avLst>
              <a:gd name="adj" fmla="val 16667"/>
            </a:avLst>
          </a:prstGeom>
          <a:solidFill>
            <a:srgbClr val="174D58">
              <a:alpha val="44000"/>
            </a:srgbClr>
          </a:solidFill>
          <a:ln w="126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69">
            <a:extLst>
              <a:ext uri="{FF2B5EF4-FFF2-40B4-BE49-F238E27FC236}">
                <a16:creationId xmlns:a16="http://schemas.microsoft.com/office/drawing/2014/main" id="{7B8069D7-499A-FD20-9425-2EC98F88641C}"/>
              </a:ext>
            </a:extLst>
          </p:cNvPr>
          <p:cNvSpPr/>
          <p:nvPr/>
        </p:nvSpPr>
        <p:spPr>
          <a:xfrm>
            <a:off x="1261800" y="5065920"/>
            <a:ext cx="6976440" cy="90504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0">
            <a:extLst>
              <a:ext uri="{FF2B5EF4-FFF2-40B4-BE49-F238E27FC236}">
                <a16:creationId xmlns:a16="http://schemas.microsoft.com/office/drawing/2014/main" id="{2829DF43-7A4C-4EBF-383B-A430A2813238}"/>
              </a:ext>
            </a:extLst>
          </p:cNvPr>
          <p:cNvSpPr/>
          <p:nvPr/>
        </p:nvSpPr>
        <p:spPr>
          <a:xfrm>
            <a:off x="1435680" y="5193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EVENT DETAILS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71">
            <a:extLst>
              <a:ext uri="{FF2B5EF4-FFF2-40B4-BE49-F238E27FC236}">
                <a16:creationId xmlns:a16="http://schemas.microsoft.com/office/drawing/2014/main" id="{3CCA867F-B59E-6770-DFAF-C2EA3B630074}"/>
              </a:ext>
            </a:extLst>
          </p:cNvPr>
          <p:cNvSpPr/>
          <p:nvPr/>
        </p:nvSpPr>
        <p:spPr>
          <a:xfrm>
            <a:off x="1444680" y="54954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14:03:01.274  ·  DetectionCheck  ·  WARN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2">
            <a:extLst>
              <a:ext uri="{FF2B5EF4-FFF2-40B4-BE49-F238E27FC236}">
                <a16:creationId xmlns:a16="http://schemas.microsoft.com/office/drawing/2014/main" id="{D5CAA7AA-38CC-69E3-B398-BCEB08F84969}"/>
              </a:ext>
            </a:extLst>
          </p:cNvPr>
          <p:cNvSpPr/>
          <p:nvPr/>
        </p:nvSpPr>
        <p:spPr>
          <a:xfrm>
            <a:off x="1444680" y="5769720"/>
            <a:ext cx="53946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Source: system/radar    ·    Correlation ID: TRK-047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73">
            <a:extLst>
              <a:ext uri="{FF2B5EF4-FFF2-40B4-BE49-F238E27FC236}">
                <a16:creationId xmlns:a16="http://schemas.microsoft.com/office/drawing/2014/main" id="{CFBA60FE-FAB2-BDE9-BCD4-359253696DAB}"/>
              </a:ext>
            </a:extLst>
          </p:cNvPr>
          <p:cNvSpPr/>
          <p:nvPr/>
        </p:nvSpPr>
        <p:spPr>
          <a:xfrm>
            <a:off x="8494920" y="1993320"/>
            <a:ext cx="3154320" cy="4141800"/>
          </a:xfrm>
          <a:prstGeom prst="rect">
            <a:avLst/>
          </a:prstGeom>
          <a:solidFill>
            <a:srgbClr val="101F32"/>
          </a:solidFill>
          <a:ln w="12600">
            <a:solidFill>
              <a:srgbClr val="101F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4">
            <a:extLst>
              <a:ext uri="{FF2B5EF4-FFF2-40B4-BE49-F238E27FC236}">
                <a16:creationId xmlns:a16="http://schemas.microsoft.com/office/drawing/2014/main" id="{C9A4E9E2-DE03-86D6-DFC5-394C6637F02A}"/>
              </a:ext>
            </a:extLst>
          </p:cNvPr>
          <p:cNvSpPr/>
          <p:nvPr/>
        </p:nvSpPr>
        <p:spPr>
          <a:xfrm>
            <a:off x="8494560" y="1993320"/>
            <a:ext cx="360" cy="4142160"/>
          </a:xfrm>
          <a:prstGeom prst="line">
            <a:avLst/>
          </a:prstGeom>
          <a:ln w="126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75">
            <a:extLst>
              <a:ext uri="{FF2B5EF4-FFF2-40B4-BE49-F238E27FC236}">
                <a16:creationId xmlns:a16="http://schemas.microsoft.com/office/drawing/2014/main" id="{DA817773-4B74-90DF-C430-7D0FA22C51DB}"/>
              </a:ext>
            </a:extLst>
          </p:cNvPr>
          <p:cNvSpPr/>
          <p:nvPr/>
        </p:nvSpPr>
        <p:spPr>
          <a:xfrm>
            <a:off x="8695800" y="2185560"/>
            <a:ext cx="237240" cy="237240"/>
          </a:xfrm>
          <a:prstGeom prst="ellipse">
            <a:avLst/>
          </a:prstGeom>
          <a:solidFill>
            <a:srgbClr val="174D58"/>
          </a:solidFill>
          <a:ln w="90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6">
            <a:extLst>
              <a:ext uri="{FF2B5EF4-FFF2-40B4-BE49-F238E27FC236}">
                <a16:creationId xmlns:a16="http://schemas.microsoft.com/office/drawing/2014/main" id="{62907171-1FE3-354C-3097-2BF76A0A7FA1}"/>
              </a:ext>
            </a:extLst>
          </p:cNvPr>
          <p:cNvSpPr/>
          <p:nvPr/>
        </p:nvSpPr>
        <p:spPr>
          <a:xfrm>
            <a:off x="8759880" y="2244960"/>
            <a:ext cx="9108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✦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7">
            <a:extLst>
              <a:ext uri="{FF2B5EF4-FFF2-40B4-BE49-F238E27FC236}">
                <a16:creationId xmlns:a16="http://schemas.microsoft.com/office/drawing/2014/main" id="{74F19363-05FD-C7ED-077E-01D358F02E14}"/>
              </a:ext>
            </a:extLst>
          </p:cNvPr>
          <p:cNvSpPr/>
          <p:nvPr/>
        </p:nvSpPr>
        <p:spPr>
          <a:xfrm>
            <a:off x="9034200" y="219456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TRACE Agent</a:t>
            </a:r>
            <a:endParaRPr lang="en-US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78">
            <a:extLst>
              <a:ext uri="{FF2B5EF4-FFF2-40B4-BE49-F238E27FC236}">
                <a16:creationId xmlns:a16="http://schemas.microsoft.com/office/drawing/2014/main" id="{ED86C603-B49C-334D-4401-4456EE13177D}"/>
              </a:ext>
            </a:extLst>
          </p:cNvPr>
          <p:cNvSpPr/>
          <p:nvPr/>
        </p:nvSpPr>
        <p:spPr>
          <a:xfrm>
            <a:off x="9034200" y="2432160"/>
            <a:ext cx="19198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Investigation assistant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79">
            <a:extLst>
              <a:ext uri="{FF2B5EF4-FFF2-40B4-BE49-F238E27FC236}">
                <a16:creationId xmlns:a16="http://schemas.microsoft.com/office/drawing/2014/main" id="{F2FDDD7A-CC3D-74A9-AE8D-3FBEEDD96003}"/>
              </a:ext>
            </a:extLst>
          </p:cNvPr>
          <p:cNvSpPr/>
          <p:nvPr/>
        </p:nvSpPr>
        <p:spPr>
          <a:xfrm>
            <a:off x="8494560" y="2724840"/>
            <a:ext cx="3154680" cy="360"/>
          </a:xfrm>
          <a:prstGeom prst="line">
            <a:avLst/>
          </a:prstGeom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80">
            <a:extLst>
              <a:ext uri="{FF2B5EF4-FFF2-40B4-BE49-F238E27FC236}">
                <a16:creationId xmlns:a16="http://schemas.microsoft.com/office/drawing/2014/main" id="{6C79447D-154E-7810-1AD2-DEEABD51ABC6}"/>
              </a:ext>
            </a:extLst>
          </p:cNvPr>
          <p:cNvSpPr/>
          <p:nvPr/>
        </p:nvSpPr>
        <p:spPr>
          <a:xfrm>
            <a:off x="8732520" y="2953440"/>
            <a:ext cx="2651400" cy="603000"/>
          </a:xfrm>
          <a:prstGeom prst="roundRect">
            <a:avLst>
              <a:gd name="adj" fmla="val 16667"/>
            </a:avLst>
          </a:prstGeom>
          <a:solidFill>
            <a:srgbClr val="243B51"/>
          </a:solidFill>
          <a:ln w="12600">
            <a:solidFill>
              <a:srgbClr val="243B5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81">
            <a:extLst>
              <a:ext uri="{FF2B5EF4-FFF2-40B4-BE49-F238E27FC236}">
                <a16:creationId xmlns:a16="http://schemas.microsoft.com/office/drawing/2014/main" id="{C671D639-83A8-ABDD-0208-E2DA7989827C}"/>
              </a:ext>
            </a:extLst>
          </p:cNvPr>
          <p:cNvSpPr/>
          <p:nvPr/>
        </p:nvSpPr>
        <p:spPr>
          <a:xfrm>
            <a:off x="8897040" y="307224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Why was the target not detected?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82">
            <a:extLst>
              <a:ext uri="{FF2B5EF4-FFF2-40B4-BE49-F238E27FC236}">
                <a16:creationId xmlns:a16="http://schemas.microsoft.com/office/drawing/2014/main" id="{799615CA-82E8-5F4E-5346-C5C1844B5AE5}"/>
              </a:ext>
            </a:extLst>
          </p:cNvPr>
          <p:cNvSpPr/>
          <p:nvPr/>
        </p:nvSpPr>
        <p:spPr>
          <a:xfrm>
            <a:off x="8732520" y="376740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Investigation complete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3">
            <a:extLst>
              <a:ext uri="{FF2B5EF4-FFF2-40B4-BE49-F238E27FC236}">
                <a16:creationId xmlns:a16="http://schemas.microsoft.com/office/drawing/2014/main" id="{C4292E01-0C81-3D3F-6EC8-894F5CDCC1C3}"/>
              </a:ext>
            </a:extLst>
          </p:cNvPr>
          <p:cNvSpPr/>
          <p:nvPr/>
        </p:nvSpPr>
        <p:spPr>
          <a:xfrm>
            <a:off x="8741520" y="4114800"/>
            <a:ext cx="262404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Correlated anomalies found near 14:03. Review the source evidence.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84">
            <a:extLst>
              <a:ext uri="{FF2B5EF4-FFF2-40B4-BE49-F238E27FC236}">
                <a16:creationId xmlns:a16="http://schemas.microsoft.com/office/drawing/2014/main" id="{4B479E82-3E65-3BE6-E092-AF0419984C5C}"/>
              </a:ext>
            </a:extLst>
          </p:cNvPr>
          <p:cNvSpPr/>
          <p:nvPr/>
        </p:nvSpPr>
        <p:spPr>
          <a:xfrm>
            <a:off x="8732520" y="4754880"/>
            <a:ext cx="2642400" cy="347040"/>
          </a:xfrm>
          <a:prstGeom prst="roundRect">
            <a:avLst>
              <a:gd name="adj" fmla="val 16667"/>
            </a:avLst>
          </a:prstGeom>
          <a:solidFill>
            <a:srgbClr val="174D58"/>
          </a:solidFill>
          <a:ln w="756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5">
            <a:extLst>
              <a:ext uri="{FF2B5EF4-FFF2-40B4-BE49-F238E27FC236}">
                <a16:creationId xmlns:a16="http://schemas.microsoft.com/office/drawing/2014/main" id="{452532E4-A62A-2FAB-48F3-28EA4EC9AA5F}"/>
              </a:ext>
            </a:extLst>
          </p:cNvPr>
          <p:cNvSpPr/>
          <p:nvPr/>
        </p:nvSpPr>
        <p:spPr>
          <a:xfrm>
            <a:off x="8860680" y="482364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C6FFFA"/>
                </a:solidFill>
                <a:effectLst/>
                <a:uFillTx/>
                <a:latin typeface="Inter"/>
                <a:ea typeface="Inter"/>
              </a:rPr>
              <a:t>EVIDENCE  ·  4 linked events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86">
            <a:extLst>
              <a:ext uri="{FF2B5EF4-FFF2-40B4-BE49-F238E27FC236}">
                <a16:creationId xmlns:a16="http://schemas.microsoft.com/office/drawing/2014/main" id="{E1A0E513-7A36-2626-33F8-9C958306D92B}"/>
              </a:ext>
            </a:extLst>
          </p:cNvPr>
          <p:cNvSpPr/>
          <p:nvPr/>
        </p:nvSpPr>
        <p:spPr>
          <a:xfrm>
            <a:off x="8732520" y="5641920"/>
            <a:ext cx="2669760" cy="328680"/>
          </a:xfrm>
          <a:prstGeom prst="roundRect">
            <a:avLst>
              <a:gd name="adj" fmla="val 16667"/>
            </a:avLst>
          </a:prstGeom>
          <a:solidFill>
            <a:srgbClr val="0B1626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87">
            <a:extLst>
              <a:ext uri="{FF2B5EF4-FFF2-40B4-BE49-F238E27FC236}">
                <a16:creationId xmlns:a16="http://schemas.microsoft.com/office/drawing/2014/main" id="{D30D1CC8-A688-293B-9551-509E10584F19}"/>
              </a:ext>
            </a:extLst>
          </p:cNvPr>
          <p:cNvSpPr/>
          <p:nvPr/>
        </p:nvSpPr>
        <p:spPr>
          <a:xfrm>
            <a:off x="8897040" y="5706000"/>
            <a:ext cx="2331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Ask a follow-up...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88">
            <a:extLst>
              <a:ext uri="{FF2B5EF4-FFF2-40B4-BE49-F238E27FC236}">
                <a16:creationId xmlns:a16="http://schemas.microsoft.com/office/drawing/2014/main" id="{E6C9189B-D244-6EDB-E4EE-61D98D065812}"/>
              </a:ext>
            </a:extLst>
          </p:cNvPr>
          <p:cNvSpPr/>
          <p:nvPr/>
        </p:nvSpPr>
        <p:spPr>
          <a:xfrm>
            <a:off x="1115640" y="6226920"/>
            <a:ext cx="2815920" cy="20988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89">
            <a:extLst>
              <a:ext uri="{FF2B5EF4-FFF2-40B4-BE49-F238E27FC236}">
                <a16:creationId xmlns:a16="http://schemas.microsoft.com/office/drawing/2014/main" id="{55703F77-80FD-12D1-2C8F-4F3080DCEA10}"/>
              </a:ext>
            </a:extLst>
          </p:cNvPr>
          <p:cNvSpPr/>
          <p:nvPr/>
        </p:nvSpPr>
        <p:spPr>
          <a:xfrm>
            <a:off x="1216080" y="6270840"/>
            <a:ext cx="2587320" cy="10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D2FBF8"/>
                </a:solidFill>
                <a:effectLst/>
                <a:uFillTx/>
                <a:latin typeface="Inter"/>
                <a:ea typeface="Inter"/>
              </a:rPr>
              <a:t>01  TIMELINE + ANOMALIES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90">
            <a:extLst>
              <a:ext uri="{FF2B5EF4-FFF2-40B4-BE49-F238E27FC236}">
                <a16:creationId xmlns:a16="http://schemas.microsoft.com/office/drawing/2014/main" id="{F869AA77-1A34-2B47-52D2-B4D46B462549}"/>
              </a:ext>
            </a:extLst>
          </p:cNvPr>
          <p:cNvSpPr/>
          <p:nvPr/>
        </p:nvSpPr>
        <p:spPr>
          <a:xfrm>
            <a:off x="4572000" y="6226920"/>
            <a:ext cx="2413800" cy="209880"/>
          </a:xfrm>
          <a:prstGeom prst="roundRect">
            <a:avLst>
              <a:gd name="adj" fmla="val 16667"/>
            </a:avLst>
          </a:prstGeom>
          <a:solidFill>
            <a:srgbClr val="1B5256"/>
          </a:solidFill>
          <a:ln w="648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91">
            <a:extLst>
              <a:ext uri="{FF2B5EF4-FFF2-40B4-BE49-F238E27FC236}">
                <a16:creationId xmlns:a16="http://schemas.microsoft.com/office/drawing/2014/main" id="{E6783384-7471-19D4-1EF7-3D20FDE29DD3}"/>
              </a:ext>
            </a:extLst>
          </p:cNvPr>
          <p:cNvSpPr/>
          <p:nvPr/>
        </p:nvSpPr>
        <p:spPr>
          <a:xfrm>
            <a:off x="4690800" y="6270840"/>
            <a:ext cx="2148480" cy="10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02  EVENT DRILLDOWN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92">
            <a:extLst>
              <a:ext uri="{FF2B5EF4-FFF2-40B4-BE49-F238E27FC236}">
                <a16:creationId xmlns:a16="http://schemas.microsoft.com/office/drawing/2014/main" id="{5FBAE192-7086-7823-7279-B2FB9BA51AD4}"/>
              </a:ext>
            </a:extLst>
          </p:cNvPr>
          <p:cNvSpPr/>
          <p:nvPr/>
        </p:nvSpPr>
        <p:spPr>
          <a:xfrm>
            <a:off x="8412480" y="6226920"/>
            <a:ext cx="2322360" cy="20988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93">
            <a:extLst>
              <a:ext uri="{FF2B5EF4-FFF2-40B4-BE49-F238E27FC236}">
                <a16:creationId xmlns:a16="http://schemas.microsoft.com/office/drawing/2014/main" id="{9E67AEDD-FD71-AA8E-C245-AE7A0E7F62ED}"/>
              </a:ext>
            </a:extLst>
          </p:cNvPr>
          <p:cNvSpPr/>
          <p:nvPr/>
        </p:nvSpPr>
        <p:spPr>
          <a:xfrm>
            <a:off x="8522280" y="6270840"/>
            <a:ext cx="2066040" cy="10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03  AGENTIC CHAT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94">
            <a:extLst>
              <a:ext uri="{FF2B5EF4-FFF2-40B4-BE49-F238E27FC236}">
                <a16:creationId xmlns:a16="http://schemas.microsoft.com/office/drawing/2014/main" id="{41ADF950-C426-E061-213A-CC0F3FEED9A1}"/>
              </a:ext>
            </a:extLst>
          </p:cNvPr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95">
            <a:extLst>
              <a:ext uri="{FF2B5EF4-FFF2-40B4-BE49-F238E27FC236}">
                <a16:creationId xmlns:a16="http://schemas.microsoft.com/office/drawing/2014/main" id="{9BD28D00-C8EF-0B89-E6AA-888CDC6E77F9}"/>
              </a:ext>
            </a:extLst>
          </p:cNvPr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97">
            <a:extLst>
              <a:ext uri="{FF2B5EF4-FFF2-40B4-BE49-F238E27FC236}">
                <a16:creationId xmlns:a16="http://schemas.microsoft.com/office/drawing/2014/main" id="{385F7B04-9168-DD2B-ADB5-4E95E92A2CDA}"/>
              </a:ext>
            </a:extLst>
          </p:cNvPr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04F6EFA-2A64-C588-7983-82BD77D38254}"/>
              </a:ext>
            </a:extLst>
          </p:cNvPr>
          <p:cNvSpPr/>
          <p:nvPr/>
        </p:nvSpPr>
        <p:spPr>
          <a:xfrm>
            <a:off x="1163430" y="4927096"/>
            <a:ext cx="7193610" cy="115209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09696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502FD-B8A2-CC3B-808E-7EBAED2BD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1">
            <a:extLst>
              <a:ext uri="{FF2B5EF4-FFF2-40B4-BE49-F238E27FC236}">
                <a16:creationId xmlns:a16="http://schemas.microsoft.com/office/drawing/2014/main" id="{ABA0404F-9DEA-20A5-8462-4B8A58B95721}"/>
              </a:ext>
            </a:extLst>
          </p:cNvPr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 dirty="0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03 / THE WORKSPACE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">
            <a:extLst>
              <a:ext uri="{FF2B5EF4-FFF2-40B4-BE49-F238E27FC236}">
                <a16:creationId xmlns:a16="http://schemas.microsoft.com/office/drawing/2014/main" id="{DD711A59-9B01-B104-AB6E-E801062FDDE5}"/>
              </a:ext>
            </a:extLst>
          </p:cNvPr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Everything an investigator needs.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">
            <a:extLst>
              <a:ext uri="{FF2B5EF4-FFF2-40B4-BE49-F238E27FC236}">
                <a16:creationId xmlns:a16="http://schemas.microsoft.com/office/drawing/2014/main" id="{E408F641-D426-40CA-D074-D63D3A72D9E0}"/>
              </a:ext>
            </a:extLst>
          </p:cNvPr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A time-aligned investigation surface — not just a chat window.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>
            <a:extLst>
              <a:ext uri="{FF2B5EF4-FFF2-40B4-BE49-F238E27FC236}">
                <a16:creationId xmlns:a16="http://schemas.microsoft.com/office/drawing/2014/main" id="{B9606A69-0381-DF06-A50B-A9C397B468B8}"/>
              </a:ext>
            </a:extLst>
          </p:cNvPr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">
            <a:extLst>
              <a:ext uri="{FF2B5EF4-FFF2-40B4-BE49-F238E27FC236}">
                <a16:creationId xmlns:a16="http://schemas.microsoft.com/office/drawing/2014/main" id="{9C1B6E17-B21D-5AA5-085C-656EE6042967}"/>
              </a:ext>
            </a:extLst>
          </p:cNvPr>
          <p:cNvSpPr/>
          <p:nvPr/>
        </p:nvSpPr>
        <p:spPr>
          <a:xfrm>
            <a:off x="521280" y="1581840"/>
            <a:ext cx="11127960" cy="4553280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152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6">
            <a:extLst>
              <a:ext uri="{FF2B5EF4-FFF2-40B4-BE49-F238E27FC236}">
                <a16:creationId xmlns:a16="http://schemas.microsoft.com/office/drawing/2014/main" id="{AE7EB499-3BC8-22AC-08C8-2CC38E4373DB}"/>
              </a:ext>
            </a:extLst>
          </p:cNvPr>
          <p:cNvSpPr/>
          <p:nvPr/>
        </p:nvSpPr>
        <p:spPr>
          <a:xfrm>
            <a:off x="521280" y="1581840"/>
            <a:ext cx="11127960" cy="411120"/>
          </a:xfrm>
          <a:prstGeom prst="rect">
            <a:avLst/>
          </a:prstGeom>
          <a:solidFill>
            <a:srgbClr val="12243A"/>
          </a:solidFill>
          <a:ln w="12600">
            <a:solidFill>
              <a:srgbClr val="12243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7">
            <a:extLst>
              <a:ext uri="{FF2B5EF4-FFF2-40B4-BE49-F238E27FC236}">
                <a16:creationId xmlns:a16="http://schemas.microsoft.com/office/drawing/2014/main" id="{B138A1ED-BF74-D78F-FCEB-176364E29DDA}"/>
              </a:ext>
            </a:extLst>
          </p:cNvPr>
          <p:cNvSpPr/>
          <p:nvPr/>
        </p:nvSpPr>
        <p:spPr>
          <a:xfrm>
            <a:off x="694800" y="1746360"/>
            <a:ext cx="68400" cy="6840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60" rIns="90000" bIns="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8">
            <a:extLst>
              <a:ext uri="{FF2B5EF4-FFF2-40B4-BE49-F238E27FC236}">
                <a16:creationId xmlns:a16="http://schemas.microsoft.com/office/drawing/2014/main" id="{994118AB-F4CF-8C3F-6D15-1C4170581A17}"/>
              </a:ext>
            </a:extLst>
          </p:cNvPr>
          <p:cNvSpPr/>
          <p:nvPr/>
        </p:nvSpPr>
        <p:spPr>
          <a:xfrm>
            <a:off x="831960" y="1746360"/>
            <a:ext cx="68400" cy="6840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60" rIns="90000" bIns="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9">
            <a:extLst>
              <a:ext uri="{FF2B5EF4-FFF2-40B4-BE49-F238E27FC236}">
                <a16:creationId xmlns:a16="http://schemas.microsoft.com/office/drawing/2014/main" id="{9210553F-DC83-3D4D-CF64-6744D732A268}"/>
              </a:ext>
            </a:extLst>
          </p:cNvPr>
          <p:cNvSpPr/>
          <p:nvPr/>
        </p:nvSpPr>
        <p:spPr>
          <a:xfrm>
            <a:off x="969120" y="1746360"/>
            <a:ext cx="68400" cy="6840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60" rIns="90000" bIns="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!!trace_brand">
            <a:extLst>
              <a:ext uri="{FF2B5EF4-FFF2-40B4-BE49-F238E27FC236}">
                <a16:creationId xmlns:a16="http://schemas.microsoft.com/office/drawing/2014/main" id="{4CC33D49-FAC0-A51D-584B-12FFC23E2B92}"/>
              </a:ext>
            </a:extLst>
          </p:cNvPr>
          <p:cNvSpPr/>
          <p:nvPr/>
        </p:nvSpPr>
        <p:spPr>
          <a:xfrm>
            <a:off x="1188720" y="1700640"/>
            <a:ext cx="36572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 spc="51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TRACE  /  INVESTIGATION WORKSPACE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1">
            <a:extLst>
              <a:ext uri="{FF2B5EF4-FFF2-40B4-BE49-F238E27FC236}">
                <a16:creationId xmlns:a16="http://schemas.microsoft.com/office/drawing/2014/main" id="{75B0AD45-F362-C5A3-E4EF-70D12B2DA105}"/>
              </a:ext>
            </a:extLst>
          </p:cNvPr>
          <p:cNvSpPr/>
          <p:nvPr/>
        </p:nvSpPr>
        <p:spPr>
          <a:xfrm>
            <a:off x="8357760" y="1710000"/>
            <a:ext cx="30628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CASE 001  /  MISSED DETECTION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2">
            <a:extLst>
              <a:ext uri="{FF2B5EF4-FFF2-40B4-BE49-F238E27FC236}">
                <a16:creationId xmlns:a16="http://schemas.microsoft.com/office/drawing/2014/main" id="{F0EBB358-6177-427C-6FD3-0FC5B5EFBDB0}"/>
              </a:ext>
            </a:extLst>
          </p:cNvPr>
          <p:cNvSpPr/>
          <p:nvPr/>
        </p:nvSpPr>
        <p:spPr>
          <a:xfrm>
            <a:off x="521280" y="1993320"/>
            <a:ext cx="502560" cy="4141800"/>
          </a:xfrm>
          <a:prstGeom prst="rect">
            <a:avLst/>
          </a:prstGeom>
          <a:solidFill>
            <a:srgbClr val="0D1A2A"/>
          </a:solidFill>
          <a:ln w="12600">
            <a:solidFill>
              <a:srgbClr val="0D1A2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3">
            <a:extLst>
              <a:ext uri="{FF2B5EF4-FFF2-40B4-BE49-F238E27FC236}">
                <a16:creationId xmlns:a16="http://schemas.microsoft.com/office/drawing/2014/main" id="{99F8DF95-587D-9731-4404-4CAEBAA79368}"/>
              </a:ext>
            </a:extLst>
          </p:cNvPr>
          <p:cNvSpPr/>
          <p:nvPr/>
        </p:nvSpPr>
        <p:spPr>
          <a:xfrm>
            <a:off x="658440" y="224928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82B41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4">
            <a:extLst>
              <a:ext uri="{FF2B5EF4-FFF2-40B4-BE49-F238E27FC236}">
                <a16:creationId xmlns:a16="http://schemas.microsoft.com/office/drawing/2014/main" id="{B74181EF-7BC4-BE6A-EFF1-996E0C96627C}"/>
              </a:ext>
            </a:extLst>
          </p:cNvPr>
          <p:cNvSpPr/>
          <p:nvPr/>
        </p:nvSpPr>
        <p:spPr>
          <a:xfrm>
            <a:off x="658440" y="268848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74D58"/>
          </a:solidFill>
          <a:ln w="90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5">
            <a:extLst>
              <a:ext uri="{FF2B5EF4-FFF2-40B4-BE49-F238E27FC236}">
                <a16:creationId xmlns:a16="http://schemas.microsoft.com/office/drawing/2014/main" id="{BD910D46-F795-88EA-69E6-A487FAE12326}"/>
              </a:ext>
            </a:extLst>
          </p:cNvPr>
          <p:cNvSpPr/>
          <p:nvPr/>
        </p:nvSpPr>
        <p:spPr>
          <a:xfrm>
            <a:off x="658440" y="312732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82B41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6">
            <a:extLst>
              <a:ext uri="{FF2B5EF4-FFF2-40B4-BE49-F238E27FC236}">
                <a16:creationId xmlns:a16="http://schemas.microsoft.com/office/drawing/2014/main" id="{BEA36067-2BA1-4775-10E5-05C323DBF124}"/>
              </a:ext>
            </a:extLst>
          </p:cNvPr>
          <p:cNvSpPr/>
          <p:nvPr/>
        </p:nvSpPr>
        <p:spPr>
          <a:xfrm>
            <a:off x="658440" y="3566160"/>
            <a:ext cx="219240" cy="219240"/>
          </a:xfrm>
          <a:prstGeom prst="roundRect">
            <a:avLst>
              <a:gd name="adj" fmla="val 16667"/>
            </a:avLst>
          </a:prstGeom>
          <a:solidFill>
            <a:srgbClr val="182B41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7">
            <a:extLst>
              <a:ext uri="{FF2B5EF4-FFF2-40B4-BE49-F238E27FC236}">
                <a16:creationId xmlns:a16="http://schemas.microsoft.com/office/drawing/2014/main" id="{81F3BC6C-82CA-74C1-7A26-4653214FEF56}"/>
              </a:ext>
            </a:extLst>
          </p:cNvPr>
          <p:cNvSpPr/>
          <p:nvPr/>
        </p:nvSpPr>
        <p:spPr>
          <a:xfrm>
            <a:off x="1024200" y="1993320"/>
            <a:ext cx="7470360" cy="4141800"/>
          </a:xfrm>
          <a:prstGeom prst="rect">
            <a:avLst/>
          </a:prstGeom>
          <a:solidFill>
            <a:srgbClr val="0E1E30"/>
          </a:solidFill>
          <a:ln w="12600">
            <a:solidFill>
              <a:srgbClr val="0E1E3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8">
            <a:extLst>
              <a:ext uri="{FF2B5EF4-FFF2-40B4-BE49-F238E27FC236}">
                <a16:creationId xmlns:a16="http://schemas.microsoft.com/office/drawing/2014/main" id="{E0D80393-14A6-FEB9-18D0-44B3FDBFD814}"/>
              </a:ext>
            </a:extLst>
          </p:cNvPr>
          <p:cNvSpPr/>
          <p:nvPr/>
        </p:nvSpPr>
        <p:spPr>
          <a:xfrm>
            <a:off x="1243440" y="21578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Unified event timeline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9">
            <a:extLst>
              <a:ext uri="{FF2B5EF4-FFF2-40B4-BE49-F238E27FC236}">
                <a16:creationId xmlns:a16="http://schemas.microsoft.com/office/drawing/2014/main" id="{F0722DCA-CB26-06AC-E097-1A9E9DC3448B}"/>
              </a:ext>
            </a:extLst>
          </p:cNvPr>
          <p:cNvSpPr/>
          <p:nvPr/>
        </p:nvSpPr>
        <p:spPr>
          <a:xfrm>
            <a:off x="1243440" y="2560320"/>
            <a:ext cx="1161000" cy="27396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0">
            <a:extLst>
              <a:ext uri="{FF2B5EF4-FFF2-40B4-BE49-F238E27FC236}">
                <a16:creationId xmlns:a16="http://schemas.microsoft.com/office/drawing/2014/main" id="{C19E2AF6-C3CD-3CEA-C001-C1D600D5F89F}"/>
              </a:ext>
            </a:extLst>
          </p:cNvPr>
          <p:cNvSpPr/>
          <p:nvPr/>
        </p:nvSpPr>
        <p:spPr>
          <a:xfrm>
            <a:off x="1353240" y="2665440"/>
            <a:ext cx="54360" cy="5436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1">
            <a:extLst>
              <a:ext uri="{FF2B5EF4-FFF2-40B4-BE49-F238E27FC236}">
                <a16:creationId xmlns:a16="http://schemas.microsoft.com/office/drawing/2014/main" id="{1A60D379-0232-EF57-D8F1-1B7C31F5E7D9}"/>
              </a:ext>
            </a:extLst>
          </p:cNvPr>
          <p:cNvSpPr/>
          <p:nvPr/>
        </p:nvSpPr>
        <p:spPr>
          <a:xfrm>
            <a:off x="1481400" y="2623320"/>
            <a:ext cx="868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SYSTEMS  03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2">
            <a:extLst>
              <a:ext uri="{FF2B5EF4-FFF2-40B4-BE49-F238E27FC236}">
                <a16:creationId xmlns:a16="http://schemas.microsoft.com/office/drawing/2014/main" id="{EB0F43D5-1ABD-3FDC-7B2C-5A5D60E400AF}"/>
              </a:ext>
            </a:extLst>
          </p:cNvPr>
          <p:cNvSpPr/>
          <p:nvPr/>
        </p:nvSpPr>
        <p:spPr>
          <a:xfrm>
            <a:off x="2514600" y="2560320"/>
            <a:ext cx="1389600" cy="27396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3">
            <a:extLst>
              <a:ext uri="{FF2B5EF4-FFF2-40B4-BE49-F238E27FC236}">
                <a16:creationId xmlns:a16="http://schemas.microsoft.com/office/drawing/2014/main" id="{0B2EBA6B-71AF-C724-8F12-C037D0BA2F08}"/>
              </a:ext>
            </a:extLst>
          </p:cNvPr>
          <p:cNvSpPr/>
          <p:nvPr/>
        </p:nvSpPr>
        <p:spPr>
          <a:xfrm>
            <a:off x="2624400" y="2665440"/>
            <a:ext cx="54360" cy="5436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4">
            <a:extLst>
              <a:ext uri="{FF2B5EF4-FFF2-40B4-BE49-F238E27FC236}">
                <a16:creationId xmlns:a16="http://schemas.microsoft.com/office/drawing/2014/main" id="{67DEAE89-A932-DB3D-883C-22D54CFE901C}"/>
              </a:ext>
            </a:extLst>
          </p:cNvPr>
          <p:cNvSpPr/>
          <p:nvPr/>
        </p:nvSpPr>
        <p:spPr>
          <a:xfrm>
            <a:off x="2752200" y="2623320"/>
            <a:ext cx="1096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EVENTS  18,427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5">
            <a:extLst>
              <a:ext uri="{FF2B5EF4-FFF2-40B4-BE49-F238E27FC236}">
                <a16:creationId xmlns:a16="http://schemas.microsoft.com/office/drawing/2014/main" id="{3E3325A9-0AEF-8A61-7CC0-7F1B93104E47}"/>
              </a:ext>
            </a:extLst>
          </p:cNvPr>
          <p:cNvSpPr/>
          <p:nvPr/>
        </p:nvSpPr>
        <p:spPr>
          <a:xfrm>
            <a:off x="4023360" y="2560320"/>
            <a:ext cx="1490040" cy="27396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6">
            <a:extLst>
              <a:ext uri="{FF2B5EF4-FFF2-40B4-BE49-F238E27FC236}">
                <a16:creationId xmlns:a16="http://schemas.microsoft.com/office/drawing/2014/main" id="{AEBFEA9C-4AB2-4F1B-D12B-60D75781DDCD}"/>
              </a:ext>
            </a:extLst>
          </p:cNvPr>
          <p:cNvSpPr/>
          <p:nvPr/>
        </p:nvSpPr>
        <p:spPr>
          <a:xfrm>
            <a:off x="4133160" y="2665440"/>
            <a:ext cx="54360" cy="5436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7">
            <a:extLst>
              <a:ext uri="{FF2B5EF4-FFF2-40B4-BE49-F238E27FC236}">
                <a16:creationId xmlns:a16="http://schemas.microsoft.com/office/drawing/2014/main" id="{058030A5-5819-1414-557A-5B8FB70C8D38}"/>
              </a:ext>
            </a:extLst>
          </p:cNvPr>
          <p:cNvSpPr/>
          <p:nvPr/>
        </p:nvSpPr>
        <p:spPr>
          <a:xfrm>
            <a:off x="4260960" y="2623320"/>
            <a:ext cx="1197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ANOMALIES  07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8">
            <a:extLst>
              <a:ext uri="{FF2B5EF4-FFF2-40B4-BE49-F238E27FC236}">
                <a16:creationId xmlns:a16="http://schemas.microsoft.com/office/drawing/2014/main" id="{F9EA5E80-E23C-A5DF-FE65-69621115809A}"/>
              </a:ext>
            </a:extLst>
          </p:cNvPr>
          <p:cNvSpPr/>
          <p:nvPr/>
        </p:nvSpPr>
        <p:spPr>
          <a:xfrm>
            <a:off x="5934600" y="2587680"/>
            <a:ext cx="23587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13:55:00    —    14:10:00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9">
            <a:extLst>
              <a:ext uri="{FF2B5EF4-FFF2-40B4-BE49-F238E27FC236}">
                <a16:creationId xmlns:a16="http://schemas.microsoft.com/office/drawing/2014/main" id="{1D42B25F-8E1D-387E-4271-F2BF1EF87F2E}"/>
              </a:ext>
            </a:extLst>
          </p:cNvPr>
          <p:cNvSpPr/>
          <p:nvPr/>
        </p:nvSpPr>
        <p:spPr>
          <a:xfrm>
            <a:off x="1261800" y="3099960"/>
            <a:ext cx="6976440" cy="1846800"/>
          </a:xfrm>
          <a:prstGeom prst="roundRect">
            <a:avLst>
              <a:gd name="adj" fmla="val 16667"/>
            </a:avLst>
          </a:prstGeom>
          <a:solidFill>
            <a:srgbClr val="0B1929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0">
            <a:extLst>
              <a:ext uri="{FF2B5EF4-FFF2-40B4-BE49-F238E27FC236}">
                <a16:creationId xmlns:a16="http://schemas.microsoft.com/office/drawing/2014/main" id="{083653FD-62C9-40C0-28DE-B254FD6552CE}"/>
              </a:ext>
            </a:extLst>
          </p:cNvPr>
          <p:cNvSpPr/>
          <p:nvPr/>
        </p:nvSpPr>
        <p:spPr>
          <a:xfrm>
            <a:off x="220356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1">
            <a:extLst>
              <a:ext uri="{FF2B5EF4-FFF2-40B4-BE49-F238E27FC236}">
                <a16:creationId xmlns:a16="http://schemas.microsoft.com/office/drawing/2014/main" id="{E9F1E0EA-6E4F-F4EE-2683-C717174C33E3}"/>
              </a:ext>
            </a:extLst>
          </p:cNvPr>
          <p:cNvSpPr/>
          <p:nvPr/>
        </p:nvSpPr>
        <p:spPr>
          <a:xfrm>
            <a:off x="199332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13:55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2">
            <a:extLst>
              <a:ext uri="{FF2B5EF4-FFF2-40B4-BE49-F238E27FC236}">
                <a16:creationId xmlns:a16="http://schemas.microsoft.com/office/drawing/2014/main" id="{AEEE314A-B4B2-E1D2-33D2-09A9B3B9B275}"/>
              </a:ext>
            </a:extLst>
          </p:cNvPr>
          <p:cNvSpPr/>
          <p:nvPr/>
        </p:nvSpPr>
        <p:spPr>
          <a:xfrm>
            <a:off x="318636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3">
            <a:extLst>
              <a:ext uri="{FF2B5EF4-FFF2-40B4-BE49-F238E27FC236}">
                <a16:creationId xmlns:a16="http://schemas.microsoft.com/office/drawing/2014/main" id="{67E6BFCC-AB40-0A90-7E52-25B393B94564}"/>
              </a:ext>
            </a:extLst>
          </p:cNvPr>
          <p:cNvSpPr/>
          <p:nvPr/>
        </p:nvSpPr>
        <p:spPr>
          <a:xfrm>
            <a:off x="297648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13:57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4">
            <a:extLst>
              <a:ext uri="{FF2B5EF4-FFF2-40B4-BE49-F238E27FC236}">
                <a16:creationId xmlns:a16="http://schemas.microsoft.com/office/drawing/2014/main" id="{5C75104F-2DCA-B332-1612-C62C15049E5E}"/>
              </a:ext>
            </a:extLst>
          </p:cNvPr>
          <p:cNvSpPr/>
          <p:nvPr/>
        </p:nvSpPr>
        <p:spPr>
          <a:xfrm>
            <a:off x="416952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5">
            <a:extLst>
              <a:ext uri="{FF2B5EF4-FFF2-40B4-BE49-F238E27FC236}">
                <a16:creationId xmlns:a16="http://schemas.microsoft.com/office/drawing/2014/main" id="{2C16B074-BB7E-33EF-1DCB-CE973FF4B54B}"/>
              </a:ext>
            </a:extLst>
          </p:cNvPr>
          <p:cNvSpPr/>
          <p:nvPr/>
        </p:nvSpPr>
        <p:spPr>
          <a:xfrm>
            <a:off x="395928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13:59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6">
            <a:extLst>
              <a:ext uri="{FF2B5EF4-FFF2-40B4-BE49-F238E27FC236}">
                <a16:creationId xmlns:a16="http://schemas.microsoft.com/office/drawing/2014/main" id="{19C91366-F461-5426-73F6-84A09C801423}"/>
              </a:ext>
            </a:extLst>
          </p:cNvPr>
          <p:cNvSpPr/>
          <p:nvPr/>
        </p:nvSpPr>
        <p:spPr>
          <a:xfrm>
            <a:off x="515232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7">
            <a:extLst>
              <a:ext uri="{FF2B5EF4-FFF2-40B4-BE49-F238E27FC236}">
                <a16:creationId xmlns:a16="http://schemas.microsoft.com/office/drawing/2014/main" id="{56DBE4AE-D321-8C95-ADCC-53A4566F1C4D}"/>
              </a:ext>
            </a:extLst>
          </p:cNvPr>
          <p:cNvSpPr/>
          <p:nvPr/>
        </p:nvSpPr>
        <p:spPr>
          <a:xfrm>
            <a:off x="494244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14:01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8">
            <a:extLst>
              <a:ext uri="{FF2B5EF4-FFF2-40B4-BE49-F238E27FC236}">
                <a16:creationId xmlns:a16="http://schemas.microsoft.com/office/drawing/2014/main" id="{CA690226-551E-EAFE-47FC-8CDA01480FE7}"/>
              </a:ext>
            </a:extLst>
          </p:cNvPr>
          <p:cNvSpPr/>
          <p:nvPr/>
        </p:nvSpPr>
        <p:spPr>
          <a:xfrm>
            <a:off x="613548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9">
            <a:extLst>
              <a:ext uri="{FF2B5EF4-FFF2-40B4-BE49-F238E27FC236}">
                <a16:creationId xmlns:a16="http://schemas.microsoft.com/office/drawing/2014/main" id="{1197CC3F-889E-B7AF-D760-A6068F4094FD}"/>
              </a:ext>
            </a:extLst>
          </p:cNvPr>
          <p:cNvSpPr/>
          <p:nvPr/>
        </p:nvSpPr>
        <p:spPr>
          <a:xfrm>
            <a:off x="592524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14:03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0">
            <a:extLst>
              <a:ext uri="{FF2B5EF4-FFF2-40B4-BE49-F238E27FC236}">
                <a16:creationId xmlns:a16="http://schemas.microsoft.com/office/drawing/2014/main" id="{85561DE1-A2C3-F3EE-DB67-E00C76F68F67}"/>
              </a:ext>
            </a:extLst>
          </p:cNvPr>
          <p:cNvSpPr/>
          <p:nvPr/>
        </p:nvSpPr>
        <p:spPr>
          <a:xfrm>
            <a:off x="711828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1">
            <a:extLst>
              <a:ext uri="{FF2B5EF4-FFF2-40B4-BE49-F238E27FC236}">
                <a16:creationId xmlns:a16="http://schemas.microsoft.com/office/drawing/2014/main" id="{D2F510B6-8A17-6A48-9E7C-AE9ED948672E}"/>
              </a:ext>
            </a:extLst>
          </p:cNvPr>
          <p:cNvSpPr/>
          <p:nvPr/>
        </p:nvSpPr>
        <p:spPr>
          <a:xfrm>
            <a:off x="690840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14:05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2">
            <a:extLst>
              <a:ext uri="{FF2B5EF4-FFF2-40B4-BE49-F238E27FC236}">
                <a16:creationId xmlns:a16="http://schemas.microsoft.com/office/drawing/2014/main" id="{E5D2676F-1A81-6CA8-9C9F-0DC9EADD9F18}"/>
              </a:ext>
            </a:extLst>
          </p:cNvPr>
          <p:cNvSpPr/>
          <p:nvPr/>
        </p:nvSpPr>
        <p:spPr>
          <a:xfrm>
            <a:off x="8101440" y="3337560"/>
            <a:ext cx="360" cy="1426320"/>
          </a:xfrm>
          <a:prstGeom prst="line">
            <a:avLst/>
          </a:prstGeom>
          <a:ln w="5760">
            <a:solidFill>
              <a:srgbClr val="33506B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3">
            <a:extLst>
              <a:ext uri="{FF2B5EF4-FFF2-40B4-BE49-F238E27FC236}">
                <a16:creationId xmlns:a16="http://schemas.microsoft.com/office/drawing/2014/main" id="{B180C0C8-4991-01F2-C12C-BEA9CE4F8022}"/>
              </a:ext>
            </a:extLst>
          </p:cNvPr>
          <p:cNvSpPr/>
          <p:nvPr/>
        </p:nvSpPr>
        <p:spPr>
          <a:xfrm>
            <a:off x="7891200" y="3163680"/>
            <a:ext cx="456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14:07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4">
            <a:extLst>
              <a:ext uri="{FF2B5EF4-FFF2-40B4-BE49-F238E27FC236}">
                <a16:creationId xmlns:a16="http://schemas.microsoft.com/office/drawing/2014/main" id="{69B48B7D-00FA-87C1-E9E6-97ECC6602CF7}"/>
              </a:ext>
            </a:extLst>
          </p:cNvPr>
          <p:cNvSpPr/>
          <p:nvPr/>
        </p:nvSpPr>
        <p:spPr>
          <a:xfrm>
            <a:off x="1398960" y="3749040"/>
            <a:ext cx="6693480" cy="360"/>
          </a:xfrm>
          <a:prstGeom prst="line">
            <a:avLst/>
          </a:prstGeom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5">
            <a:extLst>
              <a:ext uri="{FF2B5EF4-FFF2-40B4-BE49-F238E27FC236}">
                <a16:creationId xmlns:a16="http://schemas.microsoft.com/office/drawing/2014/main" id="{C1339448-25EF-468F-D928-D944E2B3FD1A}"/>
              </a:ext>
            </a:extLst>
          </p:cNvPr>
          <p:cNvSpPr/>
          <p:nvPr/>
        </p:nvSpPr>
        <p:spPr>
          <a:xfrm>
            <a:off x="1408320" y="364860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SYSTEM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6">
            <a:extLst>
              <a:ext uri="{FF2B5EF4-FFF2-40B4-BE49-F238E27FC236}">
                <a16:creationId xmlns:a16="http://schemas.microsoft.com/office/drawing/2014/main" id="{74F293F7-1DF0-3CFD-51E3-B6114C15B518}"/>
              </a:ext>
            </a:extLst>
          </p:cNvPr>
          <p:cNvSpPr/>
          <p:nvPr/>
        </p:nvSpPr>
        <p:spPr>
          <a:xfrm>
            <a:off x="249876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47">
            <a:extLst>
              <a:ext uri="{FF2B5EF4-FFF2-40B4-BE49-F238E27FC236}">
                <a16:creationId xmlns:a16="http://schemas.microsoft.com/office/drawing/2014/main" id="{7394EC7F-CD06-9C21-73F2-8ADD72D98EBD}"/>
              </a:ext>
            </a:extLst>
          </p:cNvPr>
          <p:cNvSpPr/>
          <p:nvPr/>
        </p:nvSpPr>
        <p:spPr>
          <a:xfrm>
            <a:off x="302940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8">
            <a:extLst>
              <a:ext uri="{FF2B5EF4-FFF2-40B4-BE49-F238E27FC236}">
                <a16:creationId xmlns:a16="http://schemas.microsoft.com/office/drawing/2014/main" id="{3988D877-1000-5B9D-5B99-3D2AE5C68744}"/>
              </a:ext>
            </a:extLst>
          </p:cNvPr>
          <p:cNvSpPr/>
          <p:nvPr/>
        </p:nvSpPr>
        <p:spPr>
          <a:xfrm>
            <a:off x="397296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49">
            <a:extLst>
              <a:ext uri="{FF2B5EF4-FFF2-40B4-BE49-F238E27FC236}">
                <a16:creationId xmlns:a16="http://schemas.microsoft.com/office/drawing/2014/main" id="{8045FA82-503D-AA48-5D42-6BAD8D5D33B5}"/>
              </a:ext>
            </a:extLst>
          </p:cNvPr>
          <p:cNvSpPr/>
          <p:nvPr/>
        </p:nvSpPr>
        <p:spPr>
          <a:xfrm>
            <a:off x="468072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0">
            <a:extLst>
              <a:ext uri="{FF2B5EF4-FFF2-40B4-BE49-F238E27FC236}">
                <a16:creationId xmlns:a16="http://schemas.microsoft.com/office/drawing/2014/main" id="{BD3C53FE-E74A-4B74-8388-BB4BFD55772A}"/>
              </a:ext>
            </a:extLst>
          </p:cNvPr>
          <p:cNvSpPr/>
          <p:nvPr/>
        </p:nvSpPr>
        <p:spPr>
          <a:xfrm>
            <a:off x="5211720" y="3708000"/>
            <a:ext cx="104040" cy="10404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0" rIns="90000" bIns="288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51">
            <a:extLst>
              <a:ext uri="{FF2B5EF4-FFF2-40B4-BE49-F238E27FC236}">
                <a16:creationId xmlns:a16="http://schemas.microsoft.com/office/drawing/2014/main" id="{E59F24FE-7763-8F6E-0D87-DF1ABD9A0833}"/>
              </a:ext>
            </a:extLst>
          </p:cNvPr>
          <p:cNvSpPr/>
          <p:nvPr/>
        </p:nvSpPr>
        <p:spPr>
          <a:xfrm>
            <a:off x="609624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2">
            <a:extLst>
              <a:ext uri="{FF2B5EF4-FFF2-40B4-BE49-F238E27FC236}">
                <a16:creationId xmlns:a16="http://schemas.microsoft.com/office/drawing/2014/main" id="{894677D8-1E0A-3B7D-DF45-865437051D1C}"/>
              </a:ext>
            </a:extLst>
          </p:cNvPr>
          <p:cNvSpPr/>
          <p:nvPr/>
        </p:nvSpPr>
        <p:spPr>
          <a:xfrm>
            <a:off x="686304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53">
            <a:extLst>
              <a:ext uri="{FF2B5EF4-FFF2-40B4-BE49-F238E27FC236}">
                <a16:creationId xmlns:a16="http://schemas.microsoft.com/office/drawing/2014/main" id="{4C8E76BC-4411-2953-F1C3-6F4264FA5706}"/>
              </a:ext>
            </a:extLst>
          </p:cNvPr>
          <p:cNvSpPr/>
          <p:nvPr/>
        </p:nvSpPr>
        <p:spPr>
          <a:xfrm>
            <a:off x="7570800" y="3708000"/>
            <a:ext cx="65520" cy="6552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54">
            <a:extLst>
              <a:ext uri="{FF2B5EF4-FFF2-40B4-BE49-F238E27FC236}">
                <a16:creationId xmlns:a16="http://schemas.microsoft.com/office/drawing/2014/main" id="{8319E1A2-9256-E83F-B734-89D39F12C08E}"/>
              </a:ext>
            </a:extLst>
          </p:cNvPr>
          <p:cNvSpPr/>
          <p:nvPr/>
        </p:nvSpPr>
        <p:spPr>
          <a:xfrm>
            <a:off x="1398960" y="4215240"/>
            <a:ext cx="6693480" cy="360"/>
          </a:xfrm>
          <a:prstGeom prst="line">
            <a:avLst/>
          </a:prstGeom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55">
            <a:extLst>
              <a:ext uri="{FF2B5EF4-FFF2-40B4-BE49-F238E27FC236}">
                <a16:creationId xmlns:a16="http://schemas.microsoft.com/office/drawing/2014/main" id="{D411AC4B-13BA-73F7-A355-D4472B8B666D}"/>
              </a:ext>
            </a:extLst>
          </p:cNvPr>
          <p:cNvSpPr/>
          <p:nvPr/>
        </p:nvSpPr>
        <p:spPr>
          <a:xfrm>
            <a:off x="1408320" y="411480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BUS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56">
            <a:extLst>
              <a:ext uri="{FF2B5EF4-FFF2-40B4-BE49-F238E27FC236}">
                <a16:creationId xmlns:a16="http://schemas.microsoft.com/office/drawing/2014/main" id="{CF87A8BC-1AC6-4A00-A67B-CE077579124F}"/>
              </a:ext>
            </a:extLst>
          </p:cNvPr>
          <p:cNvSpPr/>
          <p:nvPr/>
        </p:nvSpPr>
        <p:spPr>
          <a:xfrm>
            <a:off x="273456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57">
            <a:extLst>
              <a:ext uri="{FF2B5EF4-FFF2-40B4-BE49-F238E27FC236}">
                <a16:creationId xmlns:a16="http://schemas.microsoft.com/office/drawing/2014/main" id="{0C09B1E7-0439-346D-8520-1DBB9F413262}"/>
              </a:ext>
            </a:extLst>
          </p:cNvPr>
          <p:cNvSpPr/>
          <p:nvPr/>
        </p:nvSpPr>
        <p:spPr>
          <a:xfrm>
            <a:off x="356004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8">
            <a:extLst>
              <a:ext uri="{FF2B5EF4-FFF2-40B4-BE49-F238E27FC236}">
                <a16:creationId xmlns:a16="http://schemas.microsoft.com/office/drawing/2014/main" id="{87A9B850-5B73-37C4-8F57-D84AA2802150}"/>
              </a:ext>
            </a:extLst>
          </p:cNvPr>
          <p:cNvSpPr/>
          <p:nvPr/>
        </p:nvSpPr>
        <p:spPr>
          <a:xfrm>
            <a:off x="450396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59">
            <a:extLst>
              <a:ext uri="{FF2B5EF4-FFF2-40B4-BE49-F238E27FC236}">
                <a16:creationId xmlns:a16="http://schemas.microsoft.com/office/drawing/2014/main" id="{7F535A83-2601-DF84-01D4-660ED92D90A8}"/>
              </a:ext>
            </a:extLst>
          </p:cNvPr>
          <p:cNvSpPr/>
          <p:nvPr/>
        </p:nvSpPr>
        <p:spPr>
          <a:xfrm>
            <a:off x="556560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60">
            <a:extLst>
              <a:ext uri="{FF2B5EF4-FFF2-40B4-BE49-F238E27FC236}">
                <a16:creationId xmlns:a16="http://schemas.microsoft.com/office/drawing/2014/main" id="{8ED95390-0F6F-EF26-15A1-635AB8D2F480}"/>
              </a:ext>
            </a:extLst>
          </p:cNvPr>
          <p:cNvSpPr/>
          <p:nvPr/>
        </p:nvSpPr>
        <p:spPr>
          <a:xfrm>
            <a:off x="5860440" y="4174200"/>
            <a:ext cx="104040" cy="10404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0" rIns="90000" bIns="288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1">
            <a:extLst>
              <a:ext uri="{FF2B5EF4-FFF2-40B4-BE49-F238E27FC236}">
                <a16:creationId xmlns:a16="http://schemas.microsoft.com/office/drawing/2014/main" id="{E66BF67C-09D4-3667-9274-719586F6C36E}"/>
              </a:ext>
            </a:extLst>
          </p:cNvPr>
          <p:cNvSpPr/>
          <p:nvPr/>
        </p:nvSpPr>
        <p:spPr>
          <a:xfrm>
            <a:off x="698112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62">
            <a:extLst>
              <a:ext uri="{FF2B5EF4-FFF2-40B4-BE49-F238E27FC236}">
                <a16:creationId xmlns:a16="http://schemas.microsoft.com/office/drawing/2014/main" id="{89E65C17-DA6F-7C63-B18F-E5A92CCC21EB}"/>
              </a:ext>
            </a:extLst>
          </p:cNvPr>
          <p:cNvSpPr/>
          <p:nvPr/>
        </p:nvSpPr>
        <p:spPr>
          <a:xfrm>
            <a:off x="7747560" y="4174200"/>
            <a:ext cx="65520" cy="6552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63">
            <a:extLst>
              <a:ext uri="{FF2B5EF4-FFF2-40B4-BE49-F238E27FC236}">
                <a16:creationId xmlns:a16="http://schemas.microsoft.com/office/drawing/2014/main" id="{8CAB3812-42E8-9782-7F75-4A8C291D8293}"/>
              </a:ext>
            </a:extLst>
          </p:cNvPr>
          <p:cNvSpPr/>
          <p:nvPr/>
        </p:nvSpPr>
        <p:spPr>
          <a:xfrm>
            <a:off x="1398960" y="4681440"/>
            <a:ext cx="6693480" cy="360"/>
          </a:xfrm>
          <a:prstGeom prst="line">
            <a:avLst/>
          </a:prstGeom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4">
            <a:extLst>
              <a:ext uri="{FF2B5EF4-FFF2-40B4-BE49-F238E27FC236}">
                <a16:creationId xmlns:a16="http://schemas.microsoft.com/office/drawing/2014/main" id="{4AC548CA-9F2B-EA71-7A89-A39837E58CE8}"/>
              </a:ext>
            </a:extLst>
          </p:cNvPr>
          <p:cNvSpPr/>
          <p:nvPr/>
        </p:nvSpPr>
        <p:spPr>
          <a:xfrm>
            <a:off x="1408320" y="458100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DIARY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65">
            <a:extLst>
              <a:ext uri="{FF2B5EF4-FFF2-40B4-BE49-F238E27FC236}">
                <a16:creationId xmlns:a16="http://schemas.microsoft.com/office/drawing/2014/main" id="{3200DFF3-343C-0988-AC89-2BF8282DDC4F}"/>
              </a:ext>
            </a:extLst>
          </p:cNvPr>
          <p:cNvSpPr/>
          <p:nvPr/>
        </p:nvSpPr>
        <p:spPr>
          <a:xfrm>
            <a:off x="2970360" y="4640760"/>
            <a:ext cx="65520" cy="6552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66">
            <a:extLst>
              <a:ext uri="{FF2B5EF4-FFF2-40B4-BE49-F238E27FC236}">
                <a16:creationId xmlns:a16="http://schemas.microsoft.com/office/drawing/2014/main" id="{2C42EEA6-5135-D5E3-4348-9FECCBC79C67}"/>
              </a:ext>
            </a:extLst>
          </p:cNvPr>
          <p:cNvSpPr/>
          <p:nvPr/>
        </p:nvSpPr>
        <p:spPr>
          <a:xfrm>
            <a:off x="4326840" y="4640760"/>
            <a:ext cx="65520" cy="6552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67">
            <a:extLst>
              <a:ext uri="{FF2B5EF4-FFF2-40B4-BE49-F238E27FC236}">
                <a16:creationId xmlns:a16="http://schemas.microsoft.com/office/drawing/2014/main" id="{24C6FF66-A947-5ED4-4B18-17212EA168F3}"/>
              </a:ext>
            </a:extLst>
          </p:cNvPr>
          <p:cNvSpPr/>
          <p:nvPr/>
        </p:nvSpPr>
        <p:spPr>
          <a:xfrm>
            <a:off x="6450120" y="4640760"/>
            <a:ext cx="65520" cy="6552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" rIns="90000" bIns="1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68">
            <a:extLst>
              <a:ext uri="{FF2B5EF4-FFF2-40B4-BE49-F238E27FC236}">
                <a16:creationId xmlns:a16="http://schemas.microsoft.com/office/drawing/2014/main" id="{716C4C01-87FD-627F-EDF1-8D5A4BA3BEAB}"/>
              </a:ext>
            </a:extLst>
          </p:cNvPr>
          <p:cNvSpPr/>
          <p:nvPr/>
        </p:nvSpPr>
        <p:spPr>
          <a:xfrm>
            <a:off x="4857840" y="3383280"/>
            <a:ext cx="1002240" cy="1398600"/>
          </a:xfrm>
          <a:prstGeom prst="roundRect">
            <a:avLst>
              <a:gd name="adj" fmla="val 16667"/>
            </a:avLst>
          </a:prstGeom>
          <a:solidFill>
            <a:srgbClr val="174D58">
              <a:alpha val="44000"/>
            </a:srgbClr>
          </a:solidFill>
          <a:ln w="126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69">
            <a:extLst>
              <a:ext uri="{FF2B5EF4-FFF2-40B4-BE49-F238E27FC236}">
                <a16:creationId xmlns:a16="http://schemas.microsoft.com/office/drawing/2014/main" id="{F3743B38-A640-B389-CC2A-FE2D1292D2E8}"/>
              </a:ext>
            </a:extLst>
          </p:cNvPr>
          <p:cNvSpPr/>
          <p:nvPr/>
        </p:nvSpPr>
        <p:spPr>
          <a:xfrm>
            <a:off x="1261800" y="5065920"/>
            <a:ext cx="6976440" cy="90504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0">
            <a:extLst>
              <a:ext uri="{FF2B5EF4-FFF2-40B4-BE49-F238E27FC236}">
                <a16:creationId xmlns:a16="http://schemas.microsoft.com/office/drawing/2014/main" id="{94E51045-22D9-8019-8326-0858679F4DFA}"/>
              </a:ext>
            </a:extLst>
          </p:cNvPr>
          <p:cNvSpPr/>
          <p:nvPr/>
        </p:nvSpPr>
        <p:spPr>
          <a:xfrm>
            <a:off x="1435680" y="5193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EVENT DETAILS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71">
            <a:extLst>
              <a:ext uri="{FF2B5EF4-FFF2-40B4-BE49-F238E27FC236}">
                <a16:creationId xmlns:a16="http://schemas.microsoft.com/office/drawing/2014/main" id="{85330F43-EB11-0382-5B73-A43304CBE3A3}"/>
              </a:ext>
            </a:extLst>
          </p:cNvPr>
          <p:cNvSpPr/>
          <p:nvPr/>
        </p:nvSpPr>
        <p:spPr>
          <a:xfrm>
            <a:off x="1444680" y="549540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14:03:01.274  ·  DetectionCheck  ·  WARN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2">
            <a:extLst>
              <a:ext uri="{FF2B5EF4-FFF2-40B4-BE49-F238E27FC236}">
                <a16:creationId xmlns:a16="http://schemas.microsoft.com/office/drawing/2014/main" id="{1920EC68-9A5C-456F-D26B-E77150E938EF}"/>
              </a:ext>
            </a:extLst>
          </p:cNvPr>
          <p:cNvSpPr/>
          <p:nvPr/>
        </p:nvSpPr>
        <p:spPr>
          <a:xfrm>
            <a:off x="1444680" y="5769720"/>
            <a:ext cx="53946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Source: system/radar    ·    Correlation ID: TRK-047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73">
            <a:extLst>
              <a:ext uri="{FF2B5EF4-FFF2-40B4-BE49-F238E27FC236}">
                <a16:creationId xmlns:a16="http://schemas.microsoft.com/office/drawing/2014/main" id="{B10081E0-AFB7-A53A-F26C-A1A0B59A0532}"/>
              </a:ext>
            </a:extLst>
          </p:cNvPr>
          <p:cNvSpPr/>
          <p:nvPr/>
        </p:nvSpPr>
        <p:spPr>
          <a:xfrm>
            <a:off x="8494920" y="1993320"/>
            <a:ext cx="3154320" cy="4141800"/>
          </a:xfrm>
          <a:prstGeom prst="rect">
            <a:avLst/>
          </a:prstGeom>
          <a:solidFill>
            <a:srgbClr val="101F32"/>
          </a:solidFill>
          <a:ln w="12600">
            <a:solidFill>
              <a:srgbClr val="101F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4">
            <a:extLst>
              <a:ext uri="{FF2B5EF4-FFF2-40B4-BE49-F238E27FC236}">
                <a16:creationId xmlns:a16="http://schemas.microsoft.com/office/drawing/2014/main" id="{674EDDE2-AD92-DC72-330D-F131E07A7531}"/>
              </a:ext>
            </a:extLst>
          </p:cNvPr>
          <p:cNvSpPr/>
          <p:nvPr/>
        </p:nvSpPr>
        <p:spPr>
          <a:xfrm>
            <a:off x="8494560" y="1993320"/>
            <a:ext cx="360" cy="4142160"/>
          </a:xfrm>
          <a:prstGeom prst="line">
            <a:avLst/>
          </a:prstGeom>
          <a:ln w="126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75">
            <a:extLst>
              <a:ext uri="{FF2B5EF4-FFF2-40B4-BE49-F238E27FC236}">
                <a16:creationId xmlns:a16="http://schemas.microsoft.com/office/drawing/2014/main" id="{B7044EB3-7B04-76F4-EE93-7526212AFFF2}"/>
              </a:ext>
            </a:extLst>
          </p:cNvPr>
          <p:cNvSpPr/>
          <p:nvPr/>
        </p:nvSpPr>
        <p:spPr>
          <a:xfrm>
            <a:off x="8695800" y="2185560"/>
            <a:ext cx="237240" cy="237240"/>
          </a:xfrm>
          <a:prstGeom prst="ellipse">
            <a:avLst/>
          </a:prstGeom>
          <a:solidFill>
            <a:srgbClr val="174D58"/>
          </a:solidFill>
          <a:ln w="90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6">
            <a:extLst>
              <a:ext uri="{FF2B5EF4-FFF2-40B4-BE49-F238E27FC236}">
                <a16:creationId xmlns:a16="http://schemas.microsoft.com/office/drawing/2014/main" id="{688A36E8-4880-F186-7462-2EB5BC97F9B9}"/>
              </a:ext>
            </a:extLst>
          </p:cNvPr>
          <p:cNvSpPr/>
          <p:nvPr/>
        </p:nvSpPr>
        <p:spPr>
          <a:xfrm>
            <a:off x="8759880" y="2244960"/>
            <a:ext cx="9108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✦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7">
            <a:extLst>
              <a:ext uri="{FF2B5EF4-FFF2-40B4-BE49-F238E27FC236}">
                <a16:creationId xmlns:a16="http://schemas.microsoft.com/office/drawing/2014/main" id="{4849D859-FD97-7663-93A4-463010938829}"/>
              </a:ext>
            </a:extLst>
          </p:cNvPr>
          <p:cNvSpPr/>
          <p:nvPr/>
        </p:nvSpPr>
        <p:spPr>
          <a:xfrm>
            <a:off x="9034200" y="219456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TRACE Agent</a:t>
            </a:r>
            <a:endParaRPr lang="en-US" sz="12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78">
            <a:extLst>
              <a:ext uri="{FF2B5EF4-FFF2-40B4-BE49-F238E27FC236}">
                <a16:creationId xmlns:a16="http://schemas.microsoft.com/office/drawing/2014/main" id="{4FE44FD9-C4A7-FDA1-0F3E-F0A2280CBB95}"/>
              </a:ext>
            </a:extLst>
          </p:cNvPr>
          <p:cNvSpPr/>
          <p:nvPr/>
        </p:nvSpPr>
        <p:spPr>
          <a:xfrm>
            <a:off x="9034200" y="2432160"/>
            <a:ext cx="19198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Investigation assistant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79">
            <a:extLst>
              <a:ext uri="{FF2B5EF4-FFF2-40B4-BE49-F238E27FC236}">
                <a16:creationId xmlns:a16="http://schemas.microsoft.com/office/drawing/2014/main" id="{3B41DC4B-6524-6274-F587-3F8A3FE108A6}"/>
              </a:ext>
            </a:extLst>
          </p:cNvPr>
          <p:cNvSpPr/>
          <p:nvPr/>
        </p:nvSpPr>
        <p:spPr>
          <a:xfrm>
            <a:off x="8494560" y="2724840"/>
            <a:ext cx="3154680" cy="360"/>
          </a:xfrm>
          <a:prstGeom prst="line">
            <a:avLst/>
          </a:prstGeom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80">
            <a:extLst>
              <a:ext uri="{FF2B5EF4-FFF2-40B4-BE49-F238E27FC236}">
                <a16:creationId xmlns:a16="http://schemas.microsoft.com/office/drawing/2014/main" id="{0DEDA088-ABCD-C367-715E-4DAA815F4278}"/>
              </a:ext>
            </a:extLst>
          </p:cNvPr>
          <p:cNvSpPr/>
          <p:nvPr/>
        </p:nvSpPr>
        <p:spPr>
          <a:xfrm>
            <a:off x="8732520" y="2953440"/>
            <a:ext cx="2651400" cy="603000"/>
          </a:xfrm>
          <a:prstGeom prst="roundRect">
            <a:avLst>
              <a:gd name="adj" fmla="val 16667"/>
            </a:avLst>
          </a:prstGeom>
          <a:solidFill>
            <a:srgbClr val="243B51"/>
          </a:solidFill>
          <a:ln w="12600">
            <a:solidFill>
              <a:srgbClr val="243B5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81">
            <a:extLst>
              <a:ext uri="{FF2B5EF4-FFF2-40B4-BE49-F238E27FC236}">
                <a16:creationId xmlns:a16="http://schemas.microsoft.com/office/drawing/2014/main" id="{B944AC2C-B038-F007-F223-4ADAE5717425}"/>
              </a:ext>
            </a:extLst>
          </p:cNvPr>
          <p:cNvSpPr/>
          <p:nvPr/>
        </p:nvSpPr>
        <p:spPr>
          <a:xfrm>
            <a:off x="8897040" y="3072240"/>
            <a:ext cx="2304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Why was the target not detected?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82">
            <a:extLst>
              <a:ext uri="{FF2B5EF4-FFF2-40B4-BE49-F238E27FC236}">
                <a16:creationId xmlns:a16="http://schemas.microsoft.com/office/drawing/2014/main" id="{6F5271B7-56CD-738D-D565-21AD7F2CE5AF}"/>
              </a:ext>
            </a:extLst>
          </p:cNvPr>
          <p:cNvSpPr/>
          <p:nvPr/>
        </p:nvSpPr>
        <p:spPr>
          <a:xfrm>
            <a:off x="8732520" y="376740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Investigation complete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3">
            <a:extLst>
              <a:ext uri="{FF2B5EF4-FFF2-40B4-BE49-F238E27FC236}">
                <a16:creationId xmlns:a16="http://schemas.microsoft.com/office/drawing/2014/main" id="{60DB90E7-5E0A-5D53-9D94-96895FFCD4F3}"/>
              </a:ext>
            </a:extLst>
          </p:cNvPr>
          <p:cNvSpPr/>
          <p:nvPr/>
        </p:nvSpPr>
        <p:spPr>
          <a:xfrm>
            <a:off x="8741520" y="4114800"/>
            <a:ext cx="262404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Correlated anomalies found near 14:03. Review the source evidence.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84">
            <a:extLst>
              <a:ext uri="{FF2B5EF4-FFF2-40B4-BE49-F238E27FC236}">
                <a16:creationId xmlns:a16="http://schemas.microsoft.com/office/drawing/2014/main" id="{0DDC16E4-DD71-CA23-485C-038602A6D049}"/>
              </a:ext>
            </a:extLst>
          </p:cNvPr>
          <p:cNvSpPr/>
          <p:nvPr/>
        </p:nvSpPr>
        <p:spPr>
          <a:xfrm>
            <a:off x="8732520" y="4754880"/>
            <a:ext cx="2642400" cy="347040"/>
          </a:xfrm>
          <a:prstGeom prst="roundRect">
            <a:avLst>
              <a:gd name="adj" fmla="val 16667"/>
            </a:avLst>
          </a:prstGeom>
          <a:solidFill>
            <a:srgbClr val="174D58"/>
          </a:solidFill>
          <a:ln w="756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5">
            <a:extLst>
              <a:ext uri="{FF2B5EF4-FFF2-40B4-BE49-F238E27FC236}">
                <a16:creationId xmlns:a16="http://schemas.microsoft.com/office/drawing/2014/main" id="{98311EAA-163F-0DAF-0921-3979FE9C04AE}"/>
              </a:ext>
            </a:extLst>
          </p:cNvPr>
          <p:cNvSpPr/>
          <p:nvPr/>
        </p:nvSpPr>
        <p:spPr>
          <a:xfrm>
            <a:off x="8860680" y="482364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C6FFFA"/>
                </a:solidFill>
                <a:effectLst/>
                <a:uFillTx/>
                <a:latin typeface="Inter"/>
                <a:ea typeface="Inter"/>
              </a:rPr>
              <a:t>EVIDENCE  ·  4 linked events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86">
            <a:extLst>
              <a:ext uri="{FF2B5EF4-FFF2-40B4-BE49-F238E27FC236}">
                <a16:creationId xmlns:a16="http://schemas.microsoft.com/office/drawing/2014/main" id="{ED507439-A77A-386A-DF2C-8DAF15AD6FD0}"/>
              </a:ext>
            </a:extLst>
          </p:cNvPr>
          <p:cNvSpPr/>
          <p:nvPr/>
        </p:nvSpPr>
        <p:spPr>
          <a:xfrm>
            <a:off x="8732520" y="5641920"/>
            <a:ext cx="2669760" cy="328680"/>
          </a:xfrm>
          <a:prstGeom prst="roundRect">
            <a:avLst>
              <a:gd name="adj" fmla="val 16667"/>
            </a:avLst>
          </a:prstGeom>
          <a:solidFill>
            <a:srgbClr val="0B1626"/>
          </a:solidFill>
          <a:ln w="90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87">
            <a:extLst>
              <a:ext uri="{FF2B5EF4-FFF2-40B4-BE49-F238E27FC236}">
                <a16:creationId xmlns:a16="http://schemas.microsoft.com/office/drawing/2014/main" id="{B1E3FFD3-F512-EA30-F85D-4B361564FCEE}"/>
              </a:ext>
            </a:extLst>
          </p:cNvPr>
          <p:cNvSpPr/>
          <p:nvPr/>
        </p:nvSpPr>
        <p:spPr>
          <a:xfrm>
            <a:off x="8897040" y="5706000"/>
            <a:ext cx="2331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Ask a follow-up...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88">
            <a:extLst>
              <a:ext uri="{FF2B5EF4-FFF2-40B4-BE49-F238E27FC236}">
                <a16:creationId xmlns:a16="http://schemas.microsoft.com/office/drawing/2014/main" id="{2904952D-4C95-3BB2-4548-D6E235D7863A}"/>
              </a:ext>
            </a:extLst>
          </p:cNvPr>
          <p:cNvSpPr/>
          <p:nvPr/>
        </p:nvSpPr>
        <p:spPr>
          <a:xfrm>
            <a:off x="1115640" y="6226920"/>
            <a:ext cx="2815920" cy="20988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89">
            <a:extLst>
              <a:ext uri="{FF2B5EF4-FFF2-40B4-BE49-F238E27FC236}">
                <a16:creationId xmlns:a16="http://schemas.microsoft.com/office/drawing/2014/main" id="{6792A2A3-C10C-96AA-AD20-17AC87A3A2A3}"/>
              </a:ext>
            </a:extLst>
          </p:cNvPr>
          <p:cNvSpPr/>
          <p:nvPr/>
        </p:nvSpPr>
        <p:spPr>
          <a:xfrm>
            <a:off x="1216080" y="6270840"/>
            <a:ext cx="2587320" cy="10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D2FBF8"/>
                </a:solidFill>
                <a:effectLst/>
                <a:uFillTx/>
                <a:latin typeface="Inter"/>
                <a:ea typeface="Inter"/>
              </a:rPr>
              <a:t>01  TIMELINE + ANOMALIES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90">
            <a:extLst>
              <a:ext uri="{FF2B5EF4-FFF2-40B4-BE49-F238E27FC236}">
                <a16:creationId xmlns:a16="http://schemas.microsoft.com/office/drawing/2014/main" id="{2DB7C744-8B85-7222-49BE-815CC9DAD561}"/>
              </a:ext>
            </a:extLst>
          </p:cNvPr>
          <p:cNvSpPr/>
          <p:nvPr/>
        </p:nvSpPr>
        <p:spPr>
          <a:xfrm>
            <a:off x="4572000" y="6226920"/>
            <a:ext cx="2413800" cy="20988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64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91">
            <a:extLst>
              <a:ext uri="{FF2B5EF4-FFF2-40B4-BE49-F238E27FC236}">
                <a16:creationId xmlns:a16="http://schemas.microsoft.com/office/drawing/2014/main" id="{AA6BF0EA-12D3-E5EE-26FB-1C4988444C6C}"/>
              </a:ext>
            </a:extLst>
          </p:cNvPr>
          <p:cNvSpPr/>
          <p:nvPr/>
        </p:nvSpPr>
        <p:spPr>
          <a:xfrm>
            <a:off x="4690800" y="6270840"/>
            <a:ext cx="2148480" cy="10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02  EVENT DRILLDOWN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92">
            <a:extLst>
              <a:ext uri="{FF2B5EF4-FFF2-40B4-BE49-F238E27FC236}">
                <a16:creationId xmlns:a16="http://schemas.microsoft.com/office/drawing/2014/main" id="{3405B4BD-F02C-BF36-3A7B-F959EE6CB390}"/>
              </a:ext>
            </a:extLst>
          </p:cNvPr>
          <p:cNvSpPr/>
          <p:nvPr/>
        </p:nvSpPr>
        <p:spPr>
          <a:xfrm>
            <a:off x="8412480" y="6226920"/>
            <a:ext cx="2322360" cy="209880"/>
          </a:xfrm>
          <a:prstGeom prst="roundRect">
            <a:avLst>
              <a:gd name="adj" fmla="val 16667"/>
            </a:avLst>
          </a:prstGeom>
          <a:solidFill>
            <a:srgbClr val="1B5256"/>
          </a:solidFill>
          <a:ln w="648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93">
            <a:extLst>
              <a:ext uri="{FF2B5EF4-FFF2-40B4-BE49-F238E27FC236}">
                <a16:creationId xmlns:a16="http://schemas.microsoft.com/office/drawing/2014/main" id="{CA0995B6-476D-39B3-4EE5-70420BA808B7}"/>
              </a:ext>
            </a:extLst>
          </p:cNvPr>
          <p:cNvSpPr/>
          <p:nvPr/>
        </p:nvSpPr>
        <p:spPr>
          <a:xfrm>
            <a:off x="8522280" y="6270840"/>
            <a:ext cx="2066040" cy="10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03  AGENTIC CHAT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94">
            <a:extLst>
              <a:ext uri="{FF2B5EF4-FFF2-40B4-BE49-F238E27FC236}">
                <a16:creationId xmlns:a16="http://schemas.microsoft.com/office/drawing/2014/main" id="{D88343A0-F3E0-F0EC-90E4-91626374252C}"/>
              </a:ext>
            </a:extLst>
          </p:cNvPr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95">
            <a:extLst>
              <a:ext uri="{FF2B5EF4-FFF2-40B4-BE49-F238E27FC236}">
                <a16:creationId xmlns:a16="http://schemas.microsoft.com/office/drawing/2014/main" id="{210A88B1-733B-F0F4-1707-1C0A513080C2}"/>
              </a:ext>
            </a:extLst>
          </p:cNvPr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97">
            <a:extLst>
              <a:ext uri="{FF2B5EF4-FFF2-40B4-BE49-F238E27FC236}">
                <a16:creationId xmlns:a16="http://schemas.microsoft.com/office/drawing/2014/main" id="{F8F2D823-041E-565A-BE65-093B52AB1567}"/>
              </a:ext>
            </a:extLst>
          </p:cNvPr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CE21D6-8A56-EE70-D874-2A24B3FF72AF}"/>
              </a:ext>
            </a:extLst>
          </p:cNvPr>
          <p:cNvSpPr/>
          <p:nvPr/>
        </p:nvSpPr>
        <p:spPr>
          <a:xfrm>
            <a:off x="8427960" y="1887794"/>
            <a:ext cx="3331080" cy="4247325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5123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1"/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 dirty="0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04 / RECORDED INVESTIGATION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"/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Why was the target not detected?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"/>
          <p:cNvSpPr/>
          <p:nvPr/>
        </p:nvSpPr>
        <p:spPr>
          <a:xfrm>
            <a:off x="612720" y="1252800"/>
            <a:ext cx="10972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Reconstruct the incident. Follow the evidence back to its source.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"/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1"/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2"/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3"/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 dirty="0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05 / BUSINESS IMPACT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4"/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Less investigation. Faster learning.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6"/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05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7"/>
          <p:cNvSpPr/>
          <p:nvPr/>
        </p:nvSpPr>
        <p:spPr>
          <a:xfrm>
            <a:off x="1091400" y="2384335"/>
            <a:ext cx="6958707" cy="1678346"/>
          </a:xfrm>
          <a:prstGeom prst="roundRect">
            <a:avLst>
              <a:gd name="adj" fmla="val 16667"/>
            </a:avLst>
          </a:prstGeom>
          <a:solidFill>
            <a:srgbClr val="0E1E30"/>
          </a:solidFill>
          <a:ln w="126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8"/>
          <p:cNvSpPr/>
          <p:nvPr/>
        </p:nvSpPr>
        <p:spPr>
          <a:xfrm>
            <a:off x="982565" y="1768663"/>
            <a:ext cx="2953554" cy="5365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spc="99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INVESTIGATION TIME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0"/>
          <p:cNvSpPr/>
          <p:nvPr/>
        </p:nvSpPr>
        <p:spPr>
          <a:xfrm>
            <a:off x="2646502" y="3371180"/>
            <a:ext cx="1005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5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Hours </a:t>
            </a:r>
            <a:br>
              <a:rPr lang="en-US" sz="2000" b="0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</a:br>
            <a:r>
              <a:rPr lang="en-US" sz="2000" b="0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per investigation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1"/>
          <p:cNvSpPr/>
          <p:nvPr/>
        </p:nvSpPr>
        <p:spPr>
          <a:xfrm>
            <a:off x="3908736" y="2694380"/>
            <a:ext cx="666720" cy="6672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→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12"/>
          <p:cNvSpPr/>
          <p:nvPr/>
        </p:nvSpPr>
        <p:spPr>
          <a:xfrm>
            <a:off x="5211277" y="2584408"/>
            <a:ext cx="191988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0" b="1" u="none" strike="noStrike" dirty="0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0.25</a:t>
            </a:r>
            <a:endParaRPr lang="en-US" sz="8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3"/>
          <p:cNvSpPr/>
          <p:nvPr/>
        </p:nvSpPr>
        <p:spPr>
          <a:xfrm>
            <a:off x="6994228" y="3224308"/>
            <a:ext cx="1005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5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Hours</a:t>
            </a:r>
            <a:br>
              <a:rPr lang="en-US" sz="2000" b="0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</a:br>
            <a:r>
              <a:rPr lang="en-US" sz="2000" b="0" u="none" strike="noStrike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per investigation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7"/>
          <p:cNvSpPr/>
          <p:nvPr/>
        </p:nvSpPr>
        <p:spPr>
          <a:xfrm>
            <a:off x="8293680" y="1865520"/>
            <a:ext cx="3154320" cy="3456000"/>
          </a:xfrm>
          <a:prstGeom prst="roundRect">
            <a:avLst>
              <a:gd name="adj" fmla="val 16667"/>
            </a:avLst>
          </a:prstGeom>
          <a:solidFill>
            <a:srgbClr val="12243A"/>
          </a:solidFill>
          <a:ln w="1260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8"/>
          <p:cNvSpPr/>
          <p:nvPr/>
        </p:nvSpPr>
        <p:spPr>
          <a:xfrm>
            <a:off x="8595360" y="214884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ANNUAL VALUE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9"/>
          <p:cNvSpPr/>
          <p:nvPr/>
        </p:nvSpPr>
        <p:spPr>
          <a:xfrm>
            <a:off x="8540640" y="2642760"/>
            <a:ext cx="255996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600 h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20"/>
          <p:cNvSpPr/>
          <p:nvPr/>
        </p:nvSpPr>
        <p:spPr>
          <a:xfrm>
            <a:off x="8604360" y="3264480"/>
            <a:ext cx="2578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time reclaimed / year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21"/>
          <p:cNvSpPr/>
          <p:nvPr/>
        </p:nvSpPr>
        <p:spPr>
          <a:xfrm>
            <a:off x="8586000" y="3749040"/>
            <a:ext cx="2514600" cy="360"/>
          </a:xfrm>
          <a:prstGeom prst="line">
            <a:avLst/>
          </a:prstGeom>
          <a:ln w="1152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22"/>
          <p:cNvSpPr/>
          <p:nvPr/>
        </p:nvSpPr>
        <p:spPr>
          <a:xfrm>
            <a:off x="8540640" y="4005000"/>
            <a:ext cx="270612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 dirty="0">
                <a:solidFill>
                  <a:srgbClr val="F2C477"/>
                </a:solidFill>
                <a:effectLst/>
                <a:uFillTx/>
                <a:latin typeface="Inter"/>
                <a:ea typeface="Inter"/>
              </a:rPr>
              <a:t>₪150k</a:t>
            </a:r>
            <a:endParaRPr lang="en-US" sz="4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23"/>
          <p:cNvSpPr/>
          <p:nvPr/>
        </p:nvSpPr>
        <p:spPr>
          <a:xfrm>
            <a:off x="8595360" y="4727520"/>
            <a:ext cx="2523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potential labor-time value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25"/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26"/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28"/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05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C7B37B2E-305B-6F44-CA4B-947BF69B5231}"/>
              </a:ext>
            </a:extLst>
          </p:cNvPr>
          <p:cNvSpPr/>
          <p:nvPr/>
        </p:nvSpPr>
        <p:spPr>
          <a:xfrm>
            <a:off x="2399273" y="2481609"/>
            <a:ext cx="383655" cy="3936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1-8</a:t>
            </a:r>
            <a:endParaRPr lang="en-US" sz="7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953AE3CA-C5D4-B76D-A345-A181087EB6BF}"/>
              </a:ext>
            </a:extLst>
          </p:cNvPr>
          <p:cNvSpPr/>
          <p:nvPr/>
        </p:nvSpPr>
        <p:spPr>
          <a:xfrm>
            <a:off x="1558863" y="2787261"/>
            <a:ext cx="1003470" cy="11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32</a:t>
            </a:r>
            <a:endParaRPr lang="en-US" sz="23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DAACA9D9-B497-DDE9-4CA9-B6517E44DC93}"/>
              </a:ext>
            </a:extLst>
          </p:cNvPr>
          <p:cNvSpPr/>
          <p:nvPr/>
        </p:nvSpPr>
        <p:spPr>
          <a:xfrm>
            <a:off x="2385025" y="2729109"/>
            <a:ext cx="575212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94A7BC"/>
                </a:solidFill>
                <a:latin typeface="Inter"/>
              </a:rPr>
              <a:t>hours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093EFB4-D9B0-67FF-C526-61C07D4E3B81}"/>
              </a:ext>
            </a:extLst>
          </p:cNvPr>
          <p:cNvSpPr/>
          <p:nvPr/>
        </p:nvSpPr>
        <p:spPr>
          <a:xfrm>
            <a:off x="1311965" y="2477553"/>
            <a:ext cx="594000" cy="447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3-8</a:t>
            </a:r>
            <a:endParaRPr lang="en-US" sz="7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E7D69FF-B26C-BFF9-47A7-1FE391FA7238}"/>
              </a:ext>
            </a:extLst>
          </p:cNvPr>
          <p:cNvSpPr/>
          <p:nvPr/>
        </p:nvSpPr>
        <p:spPr>
          <a:xfrm>
            <a:off x="1222820" y="2765377"/>
            <a:ext cx="575212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rgbClr val="94A7BC"/>
                </a:solidFill>
                <a:latin typeface="Inter"/>
              </a:rPr>
              <a:t>people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8A02031D-9084-E56B-DFAC-549D12918B9B}"/>
              </a:ext>
            </a:extLst>
          </p:cNvPr>
          <p:cNvSpPr/>
          <p:nvPr/>
        </p:nvSpPr>
        <p:spPr>
          <a:xfrm>
            <a:off x="1091401" y="3220682"/>
            <a:ext cx="726116" cy="6365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~</a:t>
            </a:r>
            <a:endParaRPr lang="en-US" sz="23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3A52C66-7D35-E560-C623-067E10517E68}"/>
              </a:ext>
            </a:extLst>
          </p:cNvPr>
          <p:cNvSpPr/>
          <p:nvPr/>
        </p:nvSpPr>
        <p:spPr>
          <a:xfrm>
            <a:off x="4638013" y="2889423"/>
            <a:ext cx="726116" cy="6365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 dirty="0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~</a:t>
            </a:r>
            <a:endParaRPr lang="en-US" sz="23900" b="0" u="none" strike="noStrike" dirty="0">
              <a:solidFill>
                <a:srgbClr val="53D5D2"/>
              </a:solidFill>
              <a:effectLst/>
              <a:uFillTx/>
              <a:latin typeface="Arial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CDC77FB-60DA-1AE9-3826-43A2358AEFA4}"/>
              </a:ext>
            </a:extLst>
          </p:cNvPr>
          <p:cNvSpPr/>
          <p:nvPr/>
        </p:nvSpPr>
        <p:spPr>
          <a:xfrm>
            <a:off x="932422" y="4530193"/>
            <a:ext cx="4761120" cy="5365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spc="99" dirty="0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LESS DOWNTIME, FASTER DEVELOPMENT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B7339E-3AE3-7F85-1190-B448A3071260}"/>
              </a:ext>
            </a:extLst>
          </p:cNvPr>
          <p:cNvSpPr/>
          <p:nvPr/>
        </p:nvSpPr>
        <p:spPr>
          <a:xfrm>
            <a:off x="360845" y="1901880"/>
            <a:ext cx="350920" cy="326332"/>
          </a:xfrm>
          <a:prstGeom prst="ellipse">
            <a:avLst/>
          </a:prstGeom>
          <a:solidFill>
            <a:srgbClr val="284258"/>
          </a:solidFill>
          <a:ln>
            <a:solidFill>
              <a:srgbClr val="53D5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</a:t>
            </a:r>
            <a:endParaRPr lang="he-IL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60C217-73CC-2065-B7E3-579C24CEF698}"/>
              </a:ext>
            </a:extLst>
          </p:cNvPr>
          <p:cNvSpPr/>
          <p:nvPr/>
        </p:nvSpPr>
        <p:spPr>
          <a:xfrm>
            <a:off x="365226" y="4617360"/>
            <a:ext cx="350920" cy="326332"/>
          </a:xfrm>
          <a:prstGeom prst="ellipse">
            <a:avLst/>
          </a:prstGeom>
          <a:solidFill>
            <a:srgbClr val="284258"/>
          </a:solidFill>
          <a:ln>
            <a:solidFill>
              <a:srgbClr val="53D5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2</a:t>
            </a:r>
            <a:endParaRPr lang="he-IL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3C9DA-05DB-00D1-B385-48399B38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1">
            <a:extLst>
              <a:ext uri="{FF2B5EF4-FFF2-40B4-BE49-F238E27FC236}">
                <a16:creationId xmlns:a16="http://schemas.microsoft.com/office/drawing/2014/main" id="{2D30575A-C160-2EB8-DD5D-55C976ECF392}"/>
              </a:ext>
            </a:extLst>
          </p:cNvPr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2">
            <a:extLst>
              <a:ext uri="{FF2B5EF4-FFF2-40B4-BE49-F238E27FC236}">
                <a16:creationId xmlns:a16="http://schemas.microsoft.com/office/drawing/2014/main" id="{1264E65E-EE5A-8715-6472-8B3843C567DC}"/>
              </a:ext>
            </a:extLst>
          </p:cNvPr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3">
            <a:extLst>
              <a:ext uri="{FF2B5EF4-FFF2-40B4-BE49-F238E27FC236}">
                <a16:creationId xmlns:a16="http://schemas.microsoft.com/office/drawing/2014/main" id="{3530BDA3-D149-D830-A90C-C8D4028AD6D3}"/>
              </a:ext>
            </a:extLst>
          </p:cNvPr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 dirty="0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06 / X-Factor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4">
            <a:extLst>
              <a:ext uri="{FF2B5EF4-FFF2-40B4-BE49-F238E27FC236}">
                <a16:creationId xmlns:a16="http://schemas.microsoft.com/office/drawing/2014/main" id="{FA930AB7-A482-2BDD-E814-614862D26026}"/>
              </a:ext>
            </a:extLst>
          </p:cNvPr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Our X-Factor</a:t>
            </a:r>
          </a:p>
        </p:txBody>
      </p:sp>
      <p:sp>
        <p:nvSpPr>
          <p:cNvPr id="609" name="Text 6">
            <a:extLst>
              <a:ext uri="{FF2B5EF4-FFF2-40B4-BE49-F238E27FC236}">
                <a16:creationId xmlns:a16="http://schemas.microsoft.com/office/drawing/2014/main" id="{9B5D248E-81ED-7FFB-21EF-5FA290D92E23}"/>
              </a:ext>
            </a:extLst>
          </p:cNvPr>
          <p:cNvSpPr/>
          <p:nvPr/>
        </p:nvSpPr>
        <p:spPr>
          <a:xfrm>
            <a:off x="11247120" y="4114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06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25">
            <a:extLst>
              <a:ext uri="{FF2B5EF4-FFF2-40B4-BE49-F238E27FC236}">
                <a16:creationId xmlns:a16="http://schemas.microsoft.com/office/drawing/2014/main" id="{2D7DAA80-86AF-A2CF-B244-680C15973C68}"/>
              </a:ext>
            </a:extLst>
          </p:cNvPr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26">
            <a:extLst>
              <a:ext uri="{FF2B5EF4-FFF2-40B4-BE49-F238E27FC236}">
                <a16:creationId xmlns:a16="http://schemas.microsoft.com/office/drawing/2014/main" id="{D276504C-FA77-4A85-CECC-1C2CA48C6154}"/>
              </a:ext>
            </a:extLst>
          </p:cNvPr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28">
            <a:extLst>
              <a:ext uri="{FF2B5EF4-FFF2-40B4-BE49-F238E27FC236}">
                <a16:creationId xmlns:a16="http://schemas.microsoft.com/office/drawing/2014/main" id="{CBD9D01C-BA12-8131-E372-D9566B9FD8E0}"/>
              </a:ext>
            </a:extLst>
          </p:cNvPr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06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C88C50-CEAD-7C8E-58AA-3AD6FA27AC03}"/>
              </a:ext>
            </a:extLst>
          </p:cNvPr>
          <p:cNvGrpSpPr/>
          <p:nvPr/>
        </p:nvGrpSpPr>
        <p:grpSpPr>
          <a:xfrm>
            <a:off x="1635952" y="2870499"/>
            <a:ext cx="3592782" cy="1117004"/>
            <a:chOff x="1635952" y="2870499"/>
            <a:chExt cx="3592782" cy="1117004"/>
          </a:xfrm>
        </p:grpSpPr>
        <p:sp>
          <p:nvSpPr>
            <p:cNvPr id="3" name="Shape 44">
              <a:extLst>
                <a:ext uri="{FF2B5EF4-FFF2-40B4-BE49-F238E27FC236}">
                  <a16:creationId xmlns:a16="http://schemas.microsoft.com/office/drawing/2014/main" id="{9C6A9B9A-D6B0-1B65-9C52-9CECF260C35F}"/>
                </a:ext>
              </a:extLst>
            </p:cNvPr>
            <p:cNvSpPr/>
            <p:nvPr/>
          </p:nvSpPr>
          <p:spPr>
            <a:xfrm>
              <a:off x="1635953" y="2870499"/>
              <a:ext cx="3592781" cy="1117004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0080">
              <a:solidFill>
                <a:srgbClr val="B39B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Text 46">
              <a:extLst>
                <a:ext uri="{FF2B5EF4-FFF2-40B4-BE49-F238E27FC236}">
                  <a16:creationId xmlns:a16="http://schemas.microsoft.com/office/drawing/2014/main" id="{97285D81-D04A-391D-D311-D82BDEB7A23D}"/>
                </a:ext>
              </a:extLst>
            </p:cNvPr>
            <p:cNvSpPr/>
            <p:nvPr/>
          </p:nvSpPr>
          <p:spPr>
            <a:xfrm>
              <a:off x="1635952" y="3127452"/>
              <a:ext cx="3592781" cy="58755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u="none" strike="noStrike" dirty="0">
                  <a:solidFill>
                    <a:srgbClr val="B39BFF"/>
                  </a:solidFill>
                  <a:effectLst/>
                  <a:uFillTx/>
                  <a:latin typeface="Inter"/>
                  <a:ea typeface="Inter"/>
                </a:rPr>
                <a:t>Addressing Operational Need</a:t>
              </a:r>
              <a:endParaRPr lang="en-US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73750-5628-583F-3B6B-56FE0AF9110F}"/>
              </a:ext>
            </a:extLst>
          </p:cNvPr>
          <p:cNvGrpSpPr/>
          <p:nvPr/>
        </p:nvGrpSpPr>
        <p:grpSpPr>
          <a:xfrm>
            <a:off x="6669823" y="2870498"/>
            <a:ext cx="3592782" cy="1117004"/>
            <a:chOff x="6669823" y="2870498"/>
            <a:chExt cx="3592782" cy="1117004"/>
          </a:xfrm>
        </p:grpSpPr>
        <p:sp>
          <p:nvSpPr>
            <p:cNvPr id="25" name="Shape 55">
              <a:extLst>
                <a:ext uri="{FF2B5EF4-FFF2-40B4-BE49-F238E27FC236}">
                  <a16:creationId xmlns:a16="http://schemas.microsoft.com/office/drawing/2014/main" id="{344EBF9C-6959-CD80-C32A-66A5B2AD4916}"/>
                </a:ext>
              </a:extLst>
            </p:cNvPr>
            <p:cNvSpPr/>
            <p:nvPr/>
          </p:nvSpPr>
          <p:spPr>
            <a:xfrm>
              <a:off x="6669824" y="2870498"/>
              <a:ext cx="3592781" cy="1117004"/>
            </a:xfrm>
            <a:prstGeom prst="roundRect">
              <a:avLst>
                <a:gd name="adj" fmla="val 16667"/>
              </a:avLst>
            </a:prstGeom>
            <a:solidFill>
              <a:srgbClr val="0E1E30"/>
            </a:solidFill>
            <a:ln w="10080">
              <a:solidFill>
                <a:srgbClr val="53D5D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Text 57">
              <a:extLst>
                <a:ext uri="{FF2B5EF4-FFF2-40B4-BE49-F238E27FC236}">
                  <a16:creationId xmlns:a16="http://schemas.microsoft.com/office/drawing/2014/main" id="{66F61FFC-9851-FC19-B570-497A21EC1243}"/>
                </a:ext>
              </a:extLst>
            </p:cNvPr>
            <p:cNvSpPr/>
            <p:nvPr/>
          </p:nvSpPr>
          <p:spPr>
            <a:xfrm>
              <a:off x="6669823" y="3127452"/>
              <a:ext cx="3592781" cy="58719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u="none" strike="noStrike" dirty="0">
                  <a:solidFill>
                    <a:srgbClr val="53D5D2"/>
                  </a:solidFill>
                  <a:effectLst/>
                  <a:uFillTx/>
                  <a:latin typeface="Inter"/>
                  <a:ea typeface="Inter"/>
                </a:rPr>
                <a:t>Future Real-Time Integration</a:t>
              </a:r>
              <a:endParaRPr lang="en-US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552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 3"/>
          <p:cNvSpPr/>
          <p:nvPr/>
        </p:nvSpPr>
        <p:spPr>
          <a:xfrm>
            <a:off x="603360" y="320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201" dirty="0">
                <a:solidFill>
                  <a:srgbClr val="53D5D2"/>
                </a:solidFill>
                <a:effectLst/>
                <a:uFillTx/>
                <a:latin typeface="Inter"/>
                <a:ea typeface="Inter"/>
              </a:rPr>
              <a:t>07 / THE TEAM</a:t>
            </a:r>
            <a:endParaRPr lang="en-US" sz="10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4"/>
          <p:cNvSpPr/>
          <p:nvPr/>
        </p:nvSpPr>
        <p:spPr>
          <a:xfrm>
            <a:off x="603360" y="7131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dirty="0">
                <a:solidFill>
                  <a:srgbClr val="F3F7FC"/>
                </a:solidFill>
                <a:latin typeface="Inter"/>
                <a:ea typeface="Inter"/>
              </a:rPr>
              <a:t>Our team</a:t>
            </a:r>
            <a:endParaRPr lang="en-US" sz="2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12"/>
          <p:cNvSpPr/>
          <p:nvPr/>
        </p:nvSpPr>
        <p:spPr>
          <a:xfrm>
            <a:off x="711420" y="4142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Peleg Mizrachi</a:t>
            </a:r>
            <a:endParaRPr lang="en-US" sz="111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35"/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36"/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38"/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 dirty="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07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BBF438-F798-662E-9681-4A8C505FD0CA}"/>
              </a:ext>
            </a:extLst>
          </p:cNvPr>
          <p:cNvSpPr/>
          <p:nvPr/>
        </p:nvSpPr>
        <p:spPr>
          <a:xfrm>
            <a:off x="850320" y="2395800"/>
            <a:ext cx="1733520" cy="1641060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3BA8DA-BE95-ED2B-B01D-64ED8608C72F}"/>
              </a:ext>
            </a:extLst>
          </p:cNvPr>
          <p:cNvSpPr/>
          <p:nvPr/>
        </p:nvSpPr>
        <p:spPr>
          <a:xfrm>
            <a:off x="3046800" y="2395800"/>
            <a:ext cx="1733520" cy="1641060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7D6C8D-B61D-CC30-64C3-A80136B08085}"/>
              </a:ext>
            </a:extLst>
          </p:cNvPr>
          <p:cNvSpPr/>
          <p:nvPr/>
        </p:nvSpPr>
        <p:spPr>
          <a:xfrm>
            <a:off x="5243280" y="2345760"/>
            <a:ext cx="1733520" cy="1641060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05E235-7A7B-ACB3-F5F4-50014A7F185C}"/>
              </a:ext>
            </a:extLst>
          </p:cNvPr>
          <p:cNvSpPr/>
          <p:nvPr/>
        </p:nvSpPr>
        <p:spPr>
          <a:xfrm>
            <a:off x="7439760" y="2362767"/>
            <a:ext cx="1733520" cy="1641060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61828C-4C2D-2E21-F1EC-1DE9C1E25F06}"/>
              </a:ext>
            </a:extLst>
          </p:cNvPr>
          <p:cNvSpPr/>
          <p:nvPr/>
        </p:nvSpPr>
        <p:spPr>
          <a:xfrm>
            <a:off x="9636240" y="2325603"/>
            <a:ext cx="1733520" cy="1641060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469DD20B-BE3A-FA6E-CEF0-ED60F2E836E2}"/>
              </a:ext>
            </a:extLst>
          </p:cNvPr>
          <p:cNvSpPr/>
          <p:nvPr/>
        </p:nvSpPr>
        <p:spPr>
          <a:xfrm>
            <a:off x="2907900" y="4142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Eden Cohen</a:t>
            </a:r>
            <a:endParaRPr lang="en-US" sz="111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3D9A9A5A-1E66-6C4B-7BC0-70F496600B78}"/>
              </a:ext>
            </a:extLst>
          </p:cNvPr>
          <p:cNvSpPr/>
          <p:nvPr/>
        </p:nvSpPr>
        <p:spPr>
          <a:xfrm>
            <a:off x="5129640" y="4142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Chen Ben-Tolila</a:t>
            </a:r>
            <a:endParaRPr lang="en-US" sz="111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7BD90AC9-D379-B0D7-E5CF-8547E0AC9352}"/>
              </a:ext>
            </a:extLst>
          </p:cNvPr>
          <p:cNvSpPr/>
          <p:nvPr/>
        </p:nvSpPr>
        <p:spPr>
          <a:xfrm>
            <a:off x="7300860" y="4142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Tzvi Moskowitz</a:t>
            </a:r>
            <a:endParaRPr lang="en-US" sz="111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AA29B3C9-48DB-F914-AD42-2F5C1953D666}"/>
              </a:ext>
            </a:extLst>
          </p:cNvPr>
          <p:cNvSpPr/>
          <p:nvPr/>
        </p:nvSpPr>
        <p:spPr>
          <a:xfrm>
            <a:off x="9497340" y="4142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Dudi Vaichleder</a:t>
            </a:r>
            <a:endParaRPr lang="en-US" sz="111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8111E"/>
          </a:solidFill>
          <a:ln w="12600">
            <a:solidFill>
              <a:srgbClr val="08111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24"/>
          <p:cNvSpPr/>
          <p:nvPr/>
        </p:nvSpPr>
        <p:spPr>
          <a:xfrm>
            <a:off x="0" y="3200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25"/>
          <p:cNvSpPr/>
          <p:nvPr/>
        </p:nvSpPr>
        <p:spPr>
          <a:xfrm>
            <a:off x="0" y="8229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26"/>
          <p:cNvSpPr/>
          <p:nvPr/>
        </p:nvSpPr>
        <p:spPr>
          <a:xfrm>
            <a:off x="0" y="13258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27"/>
          <p:cNvSpPr/>
          <p:nvPr/>
        </p:nvSpPr>
        <p:spPr>
          <a:xfrm>
            <a:off x="0" y="18288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28"/>
          <p:cNvSpPr/>
          <p:nvPr/>
        </p:nvSpPr>
        <p:spPr>
          <a:xfrm>
            <a:off x="0" y="233172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29"/>
          <p:cNvSpPr/>
          <p:nvPr/>
        </p:nvSpPr>
        <p:spPr>
          <a:xfrm>
            <a:off x="0" y="28346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30"/>
          <p:cNvSpPr/>
          <p:nvPr/>
        </p:nvSpPr>
        <p:spPr>
          <a:xfrm>
            <a:off x="0" y="33375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31"/>
          <p:cNvSpPr/>
          <p:nvPr/>
        </p:nvSpPr>
        <p:spPr>
          <a:xfrm>
            <a:off x="0" y="38404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32"/>
          <p:cNvSpPr/>
          <p:nvPr/>
        </p:nvSpPr>
        <p:spPr>
          <a:xfrm>
            <a:off x="0" y="43434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34"/>
          <p:cNvSpPr/>
          <p:nvPr/>
        </p:nvSpPr>
        <p:spPr>
          <a:xfrm>
            <a:off x="0" y="534924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35"/>
          <p:cNvSpPr/>
          <p:nvPr/>
        </p:nvSpPr>
        <p:spPr>
          <a:xfrm>
            <a:off x="0" y="585216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36"/>
          <p:cNvSpPr/>
          <p:nvPr/>
        </p:nvSpPr>
        <p:spPr>
          <a:xfrm>
            <a:off x="0" y="635508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37"/>
          <p:cNvSpPr/>
          <p:nvPr/>
        </p:nvSpPr>
        <p:spPr>
          <a:xfrm>
            <a:off x="0" y="6858000"/>
            <a:ext cx="12191760" cy="360"/>
          </a:xfrm>
          <a:prstGeom prst="line">
            <a:avLst/>
          </a:prstGeom>
          <a:ln w="5760">
            <a:solidFill>
              <a:srgbClr val="1C3043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38"/>
          <p:cNvSpPr/>
          <p:nvPr/>
        </p:nvSpPr>
        <p:spPr>
          <a:xfrm>
            <a:off x="9555480" y="36720"/>
            <a:ext cx="2514240" cy="2514240"/>
          </a:xfrm>
          <a:prstGeom prst="ellipse">
            <a:avLst/>
          </a:prstGeom>
          <a:solidFill>
            <a:srgbClr val="112C3B">
              <a:alpha val="43000"/>
            </a:srgbClr>
          </a:solidFill>
          <a:ln w="12600">
            <a:solidFill>
              <a:srgbClr val="112C3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39"/>
          <p:cNvSpPr/>
          <p:nvPr/>
        </p:nvSpPr>
        <p:spPr>
          <a:xfrm>
            <a:off x="10076760" y="219600"/>
            <a:ext cx="1682280" cy="1682280"/>
          </a:xfrm>
          <a:prstGeom prst="ellipse">
            <a:avLst/>
          </a:prstGeom>
          <a:solidFill>
            <a:srgbClr val="0D2232">
              <a:alpha val="70000"/>
            </a:srgbClr>
          </a:solidFill>
          <a:ln w="12600">
            <a:solidFill>
              <a:srgbClr val="0D223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40"/>
          <p:cNvSpPr/>
          <p:nvPr/>
        </p:nvSpPr>
        <p:spPr>
          <a:xfrm>
            <a:off x="1572480" y="2349720"/>
            <a:ext cx="8952120" cy="360"/>
          </a:xfrm>
          <a:prstGeom prst="line">
            <a:avLst/>
          </a:prstGeom>
          <a:ln w="1836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41"/>
          <p:cNvSpPr/>
          <p:nvPr/>
        </p:nvSpPr>
        <p:spPr>
          <a:xfrm>
            <a:off x="1865520" y="2277000"/>
            <a:ext cx="145800" cy="145800"/>
          </a:xfrm>
          <a:prstGeom prst="ellipse">
            <a:avLst/>
          </a:prstGeom>
          <a:solidFill>
            <a:srgbClr val="B39BFF"/>
          </a:solidFill>
          <a:ln w="12600">
            <a:solidFill>
              <a:srgbClr val="B39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42"/>
          <p:cNvSpPr/>
          <p:nvPr/>
        </p:nvSpPr>
        <p:spPr>
          <a:xfrm>
            <a:off x="1938240" y="2596680"/>
            <a:ext cx="360" cy="192240"/>
          </a:xfrm>
          <a:prstGeom prst="line">
            <a:avLst/>
          </a:prstGeom>
          <a:ln w="12600">
            <a:solidFill>
              <a:srgbClr val="B39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43"/>
          <p:cNvSpPr/>
          <p:nvPr/>
        </p:nvSpPr>
        <p:spPr>
          <a:xfrm>
            <a:off x="3803760" y="2277000"/>
            <a:ext cx="145800" cy="14580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44"/>
          <p:cNvSpPr/>
          <p:nvPr/>
        </p:nvSpPr>
        <p:spPr>
          <a:xfrm>
            <a:off x="3876840" y="2596680"/>
            <a:ext cx="360" cy="192240"/>
          </a:xfrm>
          <a:prstGeom prst="line">
            <a:avLst/>
          </a:prstGeom>
          <a:ln w="126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45"/>
          <p:cNvSpPr/>
          <p:nvPr/>
        </p:nvSpPr>
        <p:spPr>
          <a:xfrm>
            <a:off x="5751720" y="2277000"/>
            <a:ext cx="145800" cy="145800"/>
          </a:xfrm>
          <a:prstGeom prst="ellipse">
            <a:avLst/>
          </a:prstGeom>
          <a:solidFill>
            <a:srgbClr val="F27278"/>
          </a:solidFill>
          <a:ln w="12600">
            <a:solidFill>
              <a:srgbClr val="F272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46"/>
          <p:cNvSpPr/>
          <p:nvPr/>
        </p:nvSpPr>
        <p:spPr>
          <a:xfrm>
            <a:off x="7699320" y="2277000"/>
            <a:ext cx="145800" cy="145800"/>
          </a:xfrm>
          <a:prstGeom prst="ellipse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47"/>
          <p:cNvSpPr/>
          <p:nvPr/>
        </p:nvSpPr>
        <p:spPr>
          <a:xfrm>
            <a:off x="7772400" y="2596680"/>
            <a:ext cx="360" cy="192240"/>
          </a:xfrm>
          <a:prstGeom prst="line">
            <a:avLst/>
          </a:prstGeom>
          <a:ln w="12600">
            <a:solidFill>
              <a:srgbClr val="53D5D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48"/>
          <p:cNvSpPr/>
          <p:nvPr/>
        </p:nvSpPr>
        <p:spPr>
          <a:xfrm>
            <a:off x="9628560" y="2277000"/>
            <a:ext cx="145800" cy="145800"/>
          </a:xfrm>
          <a:prstGeom prst="ellipse">
            <a:avLst/>
          </a:prstGeom>
          <a:solidFill>
            <a:srgbClr val="F2C477"/>
          </a:solidFill>
          <a:ln w="12600">
            <a:solidFill>
              <a:srgbClr val="F2C47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49"/>
          <p:cNvSpPr/>
          <p:nvPr/>
        </p:nvSpPr>
        <p:spPr>
          <a:xfrm>
            <a:off x="9701640" y="2596680"/>
            <a:ext cx="360" cy="192240"/>
          </a:xfrm>
          <a:prstGeom prst="line">
            <a:avLst/>
          </a:prstGeom>
          <a:ln w="12600">
            <a:solidFill>
              <a:srgbClr val="F2C4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50"/>
          <p:cNvSpPr/>
          <p:nvPr/>
        </p:nvSpPr>
        <p:spPr>
          <a:xfrm>
            <a:off x="786240" y="3026520"/>
            <a:ext cx="10606680" cy="11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0" b="1" u="none" strike="noStrike" spc="99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TRACE</a:t>
            </a:r>
            <a:endParaRPr lang="en-US" sz="8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51"/>
          <p:cNvSpPr/>
          <p:nvPr/>
        </p:nvSpPr>
        <p:spPr>
          <a:xfrm>
            <a:off x="1563480" y="4389120"/>
            <a:ext cx="91436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50" b="1" u="none" strike="noStrike" dirty="0">
                <a:solidFill>
                  <a:srgbClr val="F3F7FC"/>
                </a:solidFill>
                <a:effectLst/>
                <a:uFillTx/>
                <a:latin typeface="Inter"/>
                <a:ea typeface="Inter"/>
              </a:rPr>
              <a:t>From data to lessons.</a:t>
            </a:r>
            <a:endParaRPr lang="en-US" sz="35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52"/>
          <p:cNvSpPr/>
          <p:nvPr/>
        </p:nvSpPr>
        <p:spPr>
          <a:xfrm>
            <a:off x="1874520" y="5120640"/>
            <a:ext cx="84578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4A7BC"/>
                </a:solidFill>
                <a:effectLst/>
                <a:uFillTx/>
                <a:latin typeface="Inter"/>
                <a:ea typeface="Inter"/>
              </a:rPr>
              <a:t>Every incident has a story. TRACE finds the evidence.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53"/>
          <p:cNvSpPr/>
          <p:nvPr/>
        </p:nvSpPr>
        <p:spPr>
          <a:xfrm>
            <a:off x="5074920" y="5980320"/>
            <a:ext cx="2011320" cy="36360"/>
          </a:xfrm>
          <a:prstGeom prst="rect">
            <a:avLst/>
          </a:prstGeom>
          <a:solidFill>
            <a:srgbClr val="53D5D2"/>
          </a:solidFill>
          <a:ln w="12600">
            <a:solidFill>
              <a:srgbClr val="53D5D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54"/>
          <p:cNvSpPr/>
          <p:nvPr/>
        </p:nvSpPr>
        <p:spPr>
          <a:xfrm>
            <a:off x="594360" y="6555960"/>
            <a:ext cx="11000160" cy="360"/>
          </a:xfrm>
          <a:prstGeom prst="line">
            <a:avLst/>
          </a:prstGeom>
          <a:ln w="8280">
            <a:solidFill>
              <a:srgbClr val="2842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55"/>
          <p:cNvSpPr/>
          <p:nvPr/>
        </p:nvSpPr>
        <p:spPr>
          <a:xfrm>
            <a:off x="621720" y="6620400"/>
            <a:ext cx="35658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 spc="130">
                <a:solidFill>
                  <a:srgbClr val="6F869E"/>
                </a:solidFill>
                <a:effectLst/>
                <a:uFillTx/>
                <a:latin typeface="Inter"/>
                <a:ea typeface="Inter"/>
              </a:rPr>
              <a:t>TRACE  /  HACKATHON PITCH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57"/>
          <p:cNvSpPr/>
          <p:nvPr/>
        </p:nvSpPr>
        <p:spPr>
          <a:xfrm>
            <a:off x="11201400" y="6611040"/>
            <a:ext cx="3564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dirty="0">
                <a:solidFill>
                  <a:srgbClr val="6F869E"/>
                </a:solidFill>
                <a:latin typeface="Inter"/>
              </a:rPr>
              <a:t>08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47">
            <a:extLst>
              <a:ext uri="{FF2B5EF4-FFF2-40B4-BE49-F238E27FC236}">
                <a16:creationId xmlns:a16="http://schemas.microsoft.com/office/drawing/2014/main" id="{4CBBE21E-B479-E1DA-FF46-070E8AACAC9E}"/>
              </a:ext>
            </a:extLst>
          </p:cNvPr>
          <p:cNvSpPr/>
          <p:nvPr/>
        </p:nvSpPr>
        <p:spPr>
          <a:xfrm>
            <a:off x="5850186" y="2591768"/>
            <a:ext cx="360" cy="192240"/>
          </a:xfrm>
          <a:prstGeom prst="line">
            <a:avLst/>
          </a:prstGeom>
          <a:ln w="12600">
            <a:solidFill>
              <a:srgbClr val="F272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978</Words>
  <Application>Microsoft Office PowerPoint</Application>
  <PresentationFormat>Widescreen</PresentationFormat>
  <Paragraphs>325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Inter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TRACE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 | From Logs to Lessons</dc:title>
  <dc:subject>TRACE 4-minute hackathon pitch</dc:subject>
  <dc:creator>TRACE pitch design</dc:creator>
  <dc:description/>
  <cp:lastModifiedBy>Mizrahi Peleg 8356</cp:lastModifiedBy>
  <cp:revision>12</cp:revision>
  <dcterms:created xsi:type="dcterms:W3CDTF">2026-10-14T12:21:12Z</dcterms:created>
  <dcterms:modified xsi:type="dcterms:W3CDTF">2026-10-14T18:38:51Z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